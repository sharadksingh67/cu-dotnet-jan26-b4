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0" r:id="rId9"/>
    <p:sldId id="263" r:id="rId10"/>
    <p:sldId id="264" r:id="rId11"/>
    <p:sldId id="265" r:id="rId12"/>
    <p:sldId id="269" r:id="rId13"/>
    <p:sldId id="270" r:id="rId14"/>
    <p:sldId id="267" r:id="rId15"/>
    <p:sldId id="268" r:id="rId16"/>
    <p:sldId id="283" r:id="rId17"/>
    <p:sldId id="282" r:id="rId18"/>
    <p:sldId id="28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55" autoAdjust="0"/>
    <p:restoredTop sz="94660"/>
  </p:normalViewPr>
  <p:slideViewPr>
    <p:cSldViewPr snapToGrid="0">
      <p:cViewPr varScale="1">
        <p:scale>
          <a:sx n="83" d="100"/>
          <a:sy n="83" d="100"/>
        </p:scale>
        <p:origin x="28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74B46AF-B4C3-47B5-8B89-49F289F483BF}" type="doc">
      <dgm:prSet loTypeId="urn:microsoft.com/office/officeart/2005/8/layout/cycle6" loCatId="cycle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FD0598E8-A4B4-4515-B733-C80F03FA3809}">
      <dgm:prSet custT="1"/>
      <dgm:spPr/>
      <dgm:t>
        <a:bodyPr/>
        <a:lstStyle/>
        <a:p>
          <a:r>
            <a:rPr lang="en-US" sz="2800" dirty="0"/>
            <a:t>HTML</a:t>
          </a:r>
        </a:p>
      </dgm:t>
    </dgm:pt>
    <dgm:pt modelId="{684BC489-6E23-4F4D-8F29-F74A9C69786B}" type="parTrans" cxnId="{1594D637-4C6D-4DFC-A2A5-C43FB440DD7F}">
      <dgm:prSet/>
      <dgm:spPr/>
      <dgm:t>
        <a:bodyPr/>
        <a:lstStyle/>
        <a:p>
          <a:endParaRPr lang="en-US"/>
        </a:p>
      </dgm:t>
    </dgm:pt>
    <dgm:pt modelId="{5A2B379D-BAF8-44A8-9AB0-08EC1DEA9282}" type="sibTrans" cxnId="{1594D637-4C6D-4DFC-A2A5-C43FB440DD7F}">
      <dgm:prSet/>
      <dgm:spPr/>
      <dgm:t>
        <a:bodyPr/>
        <a:lstStyle/>
        <a:p>
          <a:endParaRPr lang="en-US"/>
        </a:p>
      </dgm:t>
    </dgm:pt>
    <dgm:pt modelId="{40D0CD1D-969C-4974-B4C2-98BC688B6A19}">
      <dgm:prSet custT="1"/>
      <dgm:spPr/>
      <dgm:t>
        <a:bodyPr/>
        <a:lstStyle/>
        <a:p>
          <a:r>
            <a:rPr lang="en-US" sz="2800" dirty="0"/>
            <a:t>CSS</a:t>
          </a:r>
        </a:p>
      </dgm:t>
    </dgm:pt>
    <dgm:pt modelId="{39FC0E75-1766-4FB2-A606-64E22589906D}" type="parTrans" cxnId="{2EA21F1E-44D5-4B35-A158-26155C36481A}">
      <dgm:prSet/>
      <dgm:spPr/>
      <dgm:t>
        <a:bodyPr/>
        <a:lstStyle/>
        <a:p>
          <a:endParaRPr lang="en-US"/>
        </a:p>
      </dgm:t>
    </dgm:pt>
    <dgm:pt modelId="{A09A081A-B1E3-4F52-BD33-B0C481F59E3F}" type="sibTrans" cxnId="{2EA21F1E-44D5-4B35-A158-26155C36481A}">
      <dgm:prSet/>
      <dgm:spPr/>
      <dgm:t>
        <a:bodyPr/>
        <a:lstStyle/>
        <a:p>
          <a:endParaRPr lang="en-US"/>
        </a:p>
      </dgm:t>
    </dgm:pt>
    <dgm:pt modelId="{10701036-E504-4EEF-956A-422276B48244}">
      <dgm:prSet/>
      <dgm:spPr/>
      <dgm:t>
        <a:bodyPr/>
        <a:lstStyle/>
        <a:p>
          <a:r>
            <a:rPr lang="en-US"/>
            <a:t>JAVA SCRIPT</a:t>
          </a:r>
        </a:p>
      </dgm:t>
    </dgm:pt>
    <dgm:pt modelId="{6634101B-DF07-47E1-A792-E66D4BCC61D8}" type="parTrans" cxnId="{C1C4575A-FFE1-453F-A8D4-2C042A71D467}">
      <dgm:prSet/>
      <dgm:spPr/>
      <dgm:t>
        <a:bodyPr/>
        <a:lstStyle/>
        <a:p>
          <a:endParaRPr lang="en-US"/>
        </a:p>
      </dgm:t>
    </dgm:pt>
    <dgm:pt modelId="{A8FE5191-410D-4FD4-87BE-90011DB0103E}" type="sibTrans" cxnId="{C1C4575A-FFE1-453F-A8D4-2C042A71D467}">
      <dgm:prSet/>
      <dgm:spPr/>
      <dgm:t>
        <a:bodyPr/>
        <a:lstStyle/>
        <a:p>
          <a:endParaRPr lang="en-US"/>
        </a:p>
      </dgm:t>
    </dgm:pt>
    <dgm:pt modelId="{2075C04D-9DF3-4139-AE1C-4FEA1E8D0037}">
      <dgm:prSet/>
      <dgm:spPr/>
      <dgm:t>
        <a:bodyPr/>
        <a:lstStyle/>
        <a:p>
          <a:r>
            <a:rPr lang="en-US" dirty="0"/>
            <a:t>TYPE SCRIPT</a:t>
          </a:r>
        </a:p>
      </dgm:t>
    </dgm:pt>
    <dgm:pt modelId="{3AE818E7-F002-4D71-9280-C98660945ED7}" type="parTrans" cxnId="{841AAF59-DA77-4025-B0F6-0F46EBE45BB4}">
      <dgm:prSet/>
      <dgm:spPr/>
      <dgm:t>
        <a:bodyPr/>
        <a:lstStyle/>
        <a:p>
          <a:endParaRPr lang="en-US"/>
        </a:p>
      </dgm:t>
    </dgm:pt>
    <dgm:pt modelId="{6CDE527B-6120-461E-AF31-F237C796335A}" type="sibTrans" cxnId="{841AAF59-DA77-4025-B0F6-0F46EBE45BB4}">
      <dgm:prSet/>
      <dgm:spPr/>
      <dgm:t>
        <a:bodyPr/>
        <a:lstStyle/>
        <a:p>
          <a:endParaRPr lang="en-US"/>
        </a:p>
      </dgm:t>
    </dgm:pt>
    <dgm:pt modelId="{1F115B8B-A425-4241-8808-86E278665E2D}">
      <dgm:prSet custT="1"/>
      <dgm:spPr/>
      <dgm:t>
        <a:bodyPr/>
        <a:lstStyle/>
        <a:p>
          <a:r>
            <a:rPr lang="en-US" sz="2400" dirty="0"/>
            <a:t>BOOTSTRAP</a:t>
          </a:r>
          <a:br>
            <a:rPr lang="en-US" sz="2400" dirty="0"/>
          </a:br>
          <a:r>
            <a:rPr lang="en-US" sz="2400" dirty="0"/>
            <a:t>ANGULAR</a:t>
          </a:r>
        </a:p>
      </dgm:t>
    </dgm:pt>
    <dgm:pt modelId="{22870CAD-F995-4A58-9BB3-BFD53DF34EB7}" type="parTrans" cxnId="{0D8EF47E-073F-47C9-AFA7-B43CC688B2F2}">
      <dgm:prSet/>
      <dgm:spPr/>
      <dgm:t>
        <a:bodyPr/>
        <a:lstStyle/>
        <a:p>
          <a:endParaRPr lang="en-US"/>
        </a:p>
      </dgm:t>
    </dgm:pt>
    <dgm:pt modelId="{8BA37D99-C261-4546-8771-1361C31D2CCB}" type="sibTrans" cxnId="{0D8EF47E-073F-47C9-AFA7-B43CC688B2F2}">
      <dgm:prSet/>
      <dgm:spPr/>
      <dgm:t>
        <a:bodyPr/>
        <a:lstStyle/>
        <a:p>
          <a:endParaRPr lang="en-US"/>
        </a:p>
      </dgm:t>
    </dgm:pt>
    <dgm:pt modelId="{7629F9E8-6619-4576-B9CD-FD130BF22778}" type="pres">
      <dgm:prSet presAssocID="{E74B46AF-B4C3-47B5-8B89-49F289F483BF}" presName="cycle" presStyleCnt="0">
        <dgm:presLayoutVars>
          <dgm:dir/>
          <dgm:resizeHandles val="exact"/>
        </dgm:presLayoutVars>
      </dgm:prSet>
      <dgm:spPr/>
    </dgm:pt>
    <dgm:pt modelId="{96EC6284-563E-42E0-B0F2-45299D67DC29}" type="pres">
      <dgm:prSet presAssocID="{FD0598E8-A4B4-4515-B733-C80F03FA3809}" presName="node" presStyleLbl="node1" presStyleIdx="0" presStyleCnt="5">
        <dgm:presLayoutVars>
          <dgm:bulletEnabled val="1"/>
        </dgm:presLayoutVars>
      </dgm:prSet>
      <dgm:spPr/>
    </dgm:pt>
    <dgm:pt modelId="{54D57118-E7A0-481C-968C-F23FBB6350BA}" type="pres">
      <dgm:prSet presAssocID="{FD0598E8-A4B4-4515-B733-C80F03FA3809}" presName="spNode" presStyleCnt="0"/>
      <dgm:spPr/>
    </dgm:pt>
    <dgm:pt modelId="{EFDEBB94-A6D2-4EA0-B9D8-0FD4F55207F5}" type="pres">
      <dgm:prSet presAssocID="{5A2B379D-BAF8-44A8-9AB0-08EC1DEA9282}" presName="sibTrans" presStyleLbl="sibTrans1D1" presStyleIdx="0" presStyleCnt="5"/>
      <dgm:spPr/>
    </dgm:pt>
    <dgm:pt modelId="{366CB842-F81C-41BC-A4D9-31102E3BF3EC}" type="pres">
      <dgm:prSet presAssocID="{40D0CD1D-969C-4974-B4C2-98BC688B6A19}" presName="node" presStyleLbl="node1" presStyleIdx="1" presStyleCnt="5" custRadScaleRad="94357" custRadScaleInc="18909">
        <dgm:presLayoutVars>
          <dgm:bulletEnabled val="1"/>
        </dgm:presLayoutVars>
      </dgm:prSet>
      <dgm:spPr/>
    </dgm:pt>
    <dgm:pt modelId="{41487E83-95A9-48D5-8A27-475FE9D5886C}" type="pres">
      <dgm:prSet presAssocID="{40D0CD1D-969C-4974-B4C2-98BC688B6A19}" presName="spNode" presStyleCnt="0"/>
      <dgm:spPr/>
    </dgm:pt>
    <dgm:pt modelId="{8313C808-538A-4EB2-B6C1-E83E1033CB4A}" type="pres">
      <dgm:prSet presAssocID="{A09A081A-B1E3-4F52-BD33-B0C481F59E3F}" presName="sibTrans" presStyleLbl="sibTrans1D1" presStyleIdx="1" presStyleCnt="5"/>
      <dgm:spPr/>
    </dgm:pt>
    <dgm:pt modelId="{0AA0A4E4-2942-454B-8A95-0A4DC5BA1D1A}" type="pres">
      <dgm:prSet presAssocID="{10701036-E504-4EEF-956A-422276B48244}" presName="node" presStyleLbl="node1" presStyleIdx="2" presStyleCnt="5">
        <dgm:presLayoutVars>
          <dgm:bulletEnabled val="1"/>
        </dgm:presLayoutVars>
      </dgm:prSet>
      <dgm:spPr/>
    </dgm:pt>
    <dgm:pt modelId="{32CBFF32-9A93-48E1-A570-E8E24161D50E}" type="pres">
      <dgm:prSet presAssocID="{10701036-E504-4EEF-956A-422276B48244}" presName="spNode" presStyleCnt="0"/>
      <dgm:spPr/>
    </dgm:pt>
    <dgm:pt modelId="{827A0F37-3C77-4ECE-9ACE-A858D0665F11}" type="pres">
      <dgm:prSet presAssocID="{A8FE5191-410D-4FD4-87BE-90011DB0103E}" presName="sibTrans" presStyleLbl="sibTrans1D1" presStyleIdx="2" presStyleCnt="5"/>
      <dgm:spPr/>
    </dgm:pt>
    <dgm:pt modelId="{0B789B43-B6D8-43A7-8902-0BC337FB6D48}" type="pres">
      <dgm:prSet presAssocID="{2075C04D-9DF3-4139-AE1C-4FEA1E8D0037}" presName="node" presStyleLbl="node1" presStyleIdx="3" presStyleCnt="5">
        <dgm:presLayoutVars>
          <dgm:bulletEnabled val="1"/>
        </dgm:presLayoutVars>
      </dgm:prSet>
      <dgm:spPr/>
    </dgm:pt>
    <dgm:pt modelId="{D6BDF837-BC3A-41A0-AF40-08576A338A33}" type="pres">
      <dgm:prSet presAssocID="{2075C04D-9DF3-4139-AE1C-4FEA1E8D0037}" presName="spNode" presStyleCnt="0"/>
      <dgm:spPr/>
    </dgm:pt>
    <dgm:pt modelId="{E57B1C59-2FF3-438D-804C-1D11853783F0}" type="pres">
      <dgm:prSet presAssocID="{6CDE527B-6120-461E-AF31-F237C796335A}" presName="sibTrans" presStyleLbl="sibTrans1D1" presStyleIdx="3" presStyleCnt="5"/>
      <dgm:spPr/>
    </dgm:pt>
    <dgm:pt modelId="{B22CF17B-AB59-4355-A0C6-8216B797724F}" type="pres">
      <dgm:prSet presAssocID="{1F115B8B-A425-4241-8808-86E278665E2D}" presName="node" presStyleLbl="node1" presStyleIdx="4" presStyleCnt="5" custScaleX="123845" custScaleY="133295">
        <dgm:presLayoutVars>
          <dgm:bulletEnabled val="1"/>
        </dgm:presLayoutVars>
      </dgm:prSet>
      <dgm:spPr/>
    </dgm:pt>
    <dgm:pt modelId="{3E70F02E-2D8B-4D2C-85DF-13FBEE807F7A}" type="pres">
      <dgm:prSet presAssocID="{1F115B8B-A425-4241-8808-86E278665E2D}" presName="spNode" presStyleCnt="0"/>
      <dgm:spPr/>
    </dgm:pt>
    <dgm:pt modelId="{99D365D3-DDFB-4E9F-8DD7-C2919BC56485}" type="pres">
      <dgm:prSet presAssocID="{8BA37D99-C261-4546-8771-1361C31D2CCB}" presName="sibTrans" presStyleLbl="sibTrans1D1" presStyleIdx="4" presStyleCnt="5"/>
      <dgm:spPr/>
    </dgm:pt>
  </dgm:ptLst>
  <dgm:cxnLst>
    <dgm:cxn modelId="{42EE580F-462B-4F49-8673-DB5EF21503B6}" type="presOf" srcId="{40D0CD1D-969C-4974-B4C2-98BC688B6A19}" destId="{366CB842-F81C-41BC-A4D9-31102E3BF3EC}" srcOrd="0" destOrd="0" presId="urn:microsoft.com/office/officeart/2005/8/layout/cycle6"/>
    <dgm:cxn modelId="{328AD718-7687-4E4F-A75B-9CCAEBE0A3EF}" type="presOf" srcId="{5A2B379D-BAF8-44A8-9AB0-08EC1DEA9282}" destId="{EFDEBB94-A6D2-4EA0-B9D8-0FD4F55207F5}" srcOrd="0" destOrd="0" presId="urn:microsoft.com/office/officeart/2005/8/layout/cycle6"/>
    <dgm:cxn modelId="{328BB01A-90A5-4BB5-ACF3-AB0732AF4D14}" type="presOf" srcId="{A8FE5191-410D-4FD4-87BE-90011DB0103E}" destId="{827A0F37-3C77-4ECE-9ACE-A858D0665F11}" srcOrd="0" destOrd="0" presId="urn:microsoft.com/office/officeart/2005/8/layout/cycle6"/>
    <dgm:cxn modelId="{2EA21F1E-44D5-4B35-A158-26155C36481A}" srcId="{E74B46AF-B4C3-47B5-8B89-49F289F483BF}" destId="{40D0CD1D-969C-4974-B4C2-98BC688B6A19}" srcOrd="1" destOrd="0" parTransId="{39FC0E75-1766-4FB2-A606-64E22589906D}" sibTransId="{A09A081A-B1E3-4F52-BD33-B0C481F59E3F}"/>
    <dgm:cxn modelId="{BA5FC933-B4F9-4C44-9BA7-E49C55C19B22}" type="presOf" srcId="{FD0598E8-A4B4-4515-B733-C80F03FA3809}" destId="{96EC6284-563E-42E0-B0F2-45299D67DC29}" srcOrd="0" destOrd="0" presId="urn:microsoft.com/office/officeart/2005/8/layout/cycle6"/>
    <dgm:cxn modelId="{1594D637-4C6D-4DFC-A2A5-C43FB440DD7F}" srcId="{E74B46AF-B4C3-47B5-8B89-49F289F483BF}" destId="{FD0598E8-A4B4-4515-B733-C80F03FA3809}" srcOrd="0" destOrd="0" parTransId="{684BC489-6E23-4F4D-8F29-F74A9C69786B}" sibTransId="{5A2B379D-BAF8-44A8-9AB0-08EC1DEA9282}"/>
    <dgm:cxn modelId="{7579E547-71BE-46A1-B6F8-3E1791591E41}" type="presOf" srcId="{A09A081A-B1E3-4F52-BD33-B0C481F59E3F}" destId="{8313C808-538A-4EB2-B6C1-E83E1033CB4A}" srcOrd="0" destOrd="0" presId="urn:microsoft.com/office/officeart/2005/8/layout/cycle6"/>
    <dgm:cxn modelId="{841AAF59-DA77-4025-B0F6-0F46EBE45BB4}" srcId="{E74B46AF-B4C3-47B5-8B89-49F289F483BF}" destId="{2075C04D-9DF3-4139-AE1C-4FEA1E8D0037}" srcOrd="3" destOrd="0" parTransId="{3AE818E7-F002-4D71-9280-C98660945ED7}" sibTransId="{6CDE527B-6120-461E-AF31-F237C796335A}"/>
    <dgm:cxn modelId="{C1C4575A-FFE1-453F-A8D4-2C042A71D467}" srcId="{E74B46AF-B4C3-47B5-8B89-49F289F483BF}" destId="{10701036-E504-4EEF-956A-422276B48244}" srcOrd="2" destOrd="0" parTransId="{6634101B-DF07-47E1-A792-E66D4BCC61D8}" sibTransId="{A8FE5191-410D-4FD4-87BE-90011DB0103E}"/>
    <dgm:cxn modelId="{0D8EF47E-073F-47C9-AFA7-B43CC688B2F2}" srcId="{E74B46AF-B4C3-47B5-8B89-49F289F483BF}" destId="{1F115B8B-A425-4241-8808-86E278665E2D}" srcOrd="4" destOrd="0" parTransId="{22870CAD-F995-4A58-9BB3-BFD53DF34EB7}" sibTransId="{8BA37D99-C261-4546-8771-1361C31D2CCB}"/>
    <dgm:cxn modelId="{6D45F483-A45D-43A7-A042-977CABA37767}" type="presOf" srcId="{10701036-E504-4EEF-956A-422276B48244}" destId="{0AA0A4E4-2942-454B-8A95-0A4DC5BA1D1A}" srcOrd="0" destOrd="0" presId="urn:microsoft.com/office/officeart/2005/8/layout/cycle6"/>
    <dgm:cxn modelId="{50961EAC-87D8-41A7-BACA-14091D4C416A}" type="presOf" srcId="{6CDE527B-6120-461E-AF31-F237C796335A}" destId="{E57B1C59-2FF3-438D-804C-1D11853783F0}" srcOrd="0" destOrd="0" presId="urn:microsoft.com/office/officeart/2005/8/layout/cycle6"/>
    <dgm:cxn modelId="{3F53ECAC-6DA5-4AE7-909F-5F8FCA4B6785}" type="presOf" srcId="{2075C04D-9DF3-4139-AE1C-4FEA1E8D0037}" destId="{0B789B43-B6D8-43A7-8902-0BC337FB6D48}" srcOrd="0" destOrd="0" presId="urn:microsoft.com/office/officeart/2005/8/layout/cycle6"/>
    <dgm:cxn modelId="{56F23EBE-C3ED-4F5B-BA7C-FC8050999B58}" type="presOf" srcId="{E74B46AF-B4C3-47B5-8B89-49F289F483BF}" destId="{7629F9E8-6619-4576-B9CD-FD130BF22778}" srcOrd="0" destOrd="0" presId="urn:microsoft.com/office/officeart/2005/8/layout/cycle6"/>
    <dgm:cxn modelId="{0D9F1EE3-B752-410B-A0E7-185B11023BA3}" type="presOf" srcId="{1F115B8B-A425-4241-8808-86E278665E2D}" destId="{B22CF17B-AB59-4355-A0C6-8216B797724F}" srcOrd="0" destOrd="0" presId="urn:microsoft.com/office/officeart/2005/8/layout/cycle6"/>
    <dgm:cxn modelId="{BDE5F4F8-4BFF-40E5-B937-82C13E52627D}" type="presOf" srcId="{8BA37D99-C261-4546-8771-1361C31D2CCB}" destId="{99D365D3-DDFB-4E9F-8DD7-C2919BC56485}" srcOrd="0" destOrd="0" presId="urn:microsoft.com/office/officeart/2005/8/layout/cycle6"/>
    <dgm:cxn modelId="{87BD6826-89E7-45A1-89E2-89524E708A8F}" type="presParOf" srcId="{7629F9E8-6619-4576-B9CD-FD130BF22778}" destId="{96EC6284-563E-42E0-B0F2-45299D67DC29}" srcOrd="0" destOrd="0" presId="urn:microsoft.com/office/officeart/2005/8/layout/cycle6"/>
    <dgm:cxn modelId="{AD1B8B85-169F-4FB4-8EFD-E71AF4B6034D}" type="presParOf" srcId="{7629F9E8-6619-4576-B9CD-FD130BF22778}" destId="{54D57118-E7A0-481C-968C-F23FBB6350BA}" srcOrd="1" destOrd="0" presId="urn:microsoft.com/office/officeart/2005/8/layout/cycle6"/>
    <dgm:cxn modelId="{A4F9C3FF-2236-4CC9-97CA-049AEDF783A2}" type="presParOf" srcId="{7629F9E8-6619-4576-B9CD-FD130BF22778}" destId="{EFDEBB94-A6D2-4EA0-B9D8-0FD4F55207F5}" srcOrd="2" destOrd="0" presId="urn:microsoft.com/office/officeart/2005/8/layout/cycle6"/>
    <dgm:cxn modelId="{42864F60-B85F-45C7-959D-34DEC2737B67}" type="presParOf" srcId="{7629F9E8-6619-4576-B9CD-FD130BF22778}" destId="{366CB842-F81C-41BC-A4D9-31102E3BF3EC}" srcOrd="3" destOrd="0" presId="urn:microsoft.com/office/officeart/2005/8/layout/cycle6"/>
    <dgm:cxn modelId="{7FE26F7F-837B-4B8E-ABFF-F252EA001B75}" type="presParOf" srcId="{7629F9E8-6619-4576-B9CD-FD130BF22778}" destId="{41487E83-95A9-48D5-8A27-475FE9D5886C}" srcOrd="4" destOrd="0" presId="urn:microsoft.com/office/officeart/2005/8/layout/cycle6"/>
    <dgm:cxn modelId="{62D50B30-0558-46C9-8473-D80E64D8BFC0}" type="presParOf" srcId="{7629F9E8-6619-4576-B9CD-FD130BF22778}" destId="{8313C808-538A-4EB2-B6C1-E83E1033CB4A}" srcOrd="5" destOrd="0" presId="urn:microsoft.com/office/officeart/2005/8/layout/cycle6"/>
    <dgm:cxn modelId="{8F31F739-2D6C-4B78-8FB7-63C41D48240E}" type="presParOf" srcId="{7629F9E8-6619-4576-B9CD-FD130BF22778}" destId="{0AA0A4E4-2942-454B-8A95-0A4DC5BA1D1A}" srcOrd="6" destOrd="0" presId="urn:microsoft.com/office/officeart/2005/8/layout/cycle6"/>
    <dgm:cxn modelId="{F081636F-DD38-4EDC-A731-DD88F6060AF5}" type="presParOf" srcId="{7629F9E8-6619-4576-B9CD-FD130BF22778}" destId="{32CBFF32-9A93-48E1-A570-E8E24161D50E}" srcOrd="7" destOrd="0" presId="urn:microsoft.com/office/officeart/2005/8/layout/cycle6"/>
    <dgm:cxn modelId="{49C75275-4A51-4FB2-938E-A9A9472D76A9}" type="presParOf" srcId="{7629F9E8-6619-4576-B9CD-FD130BF22778}" destId="{827A0F37-3C77-4ECE-9ACE-A858D0665F11}" srcOrd="8" destOrd="0" presId="urn:microsoft.com/office/officeart/2005/8/layout/cycle6"/>
    <dgm:cxn modelId="{6D3ED9BA-E9FA-4EE9-BA48-0543E5E0A101}" type="presParOf" srcId="{7629F9E8-6619-4576-B9CD-FD130BF22778}" destId="{0B789B43-B6D8-43A7-8902-0BC337FB6D48}" srcOrd="9" destOrd="0" presId="urn:microsoft.com/office/officeart/2005/8/layout/cycle6"/>
    <dgm:cxn modelId="{3AA9DBCB-E9F7-4E49-9849-72E58998606E}" type="presParOf" srcId="{7629F9E8-6619-4576-B9CD-FD130BF22778}" destId="{D6BDF837-BC3A-41A0-AF40-08576A338A33}" srcOrd="10" destOrd="0" presId="urn:microsoft.com/office/officeart/2005/8/layout/cycle6"/>
    <dgm:cxn modelId="{D7011BB6-B906-4687-A470-ECDE610ACE38}" type="presParOf" srcId="{7629F9E8-6619-4576-B9CD-FD130BF22778}" destId="{E57B1C59-2FF3-438D-804C-1D11853783F0}" srcOrd="11" destOrd="0" presId="urn:microsoft.com/office/officeart/2005/8/layout/cycle6"/>
    <dgm:cxn modelId="{24FFB5BB-3459-4589-8C77-1648EF237A2F}" type="presParOf" srcId="{7629F9E8-6619-4576-B9CD-FD130BF22778}" destId="{B22CF17B-AB59-4355-A0C6-8216B797724F}" srcOrd="12" destOrd="0" presId="urn:microsoft.com/office/officeart/2005/8/layout/cycle6"/>
    <dgm:cxn modelId="{C0FF98F2-D7DC-4BC8-81D3-87673B043617}" type="presParOf" srcId="{7629F9E8-6619-4576-B9CD-FD130BF22778}" destId="{3E70F02E-2D8B-4D2C-85DF-13FBEE807F7A}" srcOrd="13" destOrd="0" presId="urn:microsoft.com/office/officeart/2005/8/layout/cycle6"/>
    <dgm:cxn modelId="{0BD948B5-590B-46CD-B5C3-F8A8F4EDF968}" type="presParOf" srcId="{7629F9E8-6619-4576-B9CD-FD130BF22778}" destId="{99D365D3-DDFB-4E9F-8DD7-C2919BC56485}" srcOrd="14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38EEA52-64E4-4F1E-8655-BDE064F1F69A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ED9DB7F5-5AE3-439D-9F9E-CC1C36D88672}">
      <dgm:prSet/>
      <dgm:spPr/>
      <dgm:t>
        <a:bodyPr/>
        <a:lstStyle/>
        <a:p>
          <a:pPr>
            <a:defRPr cap="all"/>
          </a:pPr>
          <a:r>
            <a:rPr lang="en-US"/>
            <a:t>ASP.NET CORE</a:t>
          </a:r>
        </a:p>
      </dgm:t>
    </dgm:pt>
    <dgm:pt modelId="{428A7B09-5C56-4B6E-9EC0-F94D8BAB4C02}" type="parTrans" cxnId="{A5A25CD2-F4B5-487A-A6F4-02F190C2B0C2}">
      <dgm:prSet/>
      <dgm:spPr/>
      <dgm:t>
        <a:bodyPr/>
        <a:lstStyle/>
        <a:p>
          <a:endParaRPr lang="en-US"/>
        </a:p>
      </dgm:t>
    </dgm:pt>
    <dgm:pt modelId="{D340E2BE-D56E-4B06-987F-314CE6368C90}" type="sibTrans" cxnId="{A5A25CD2-F4B5-487A-A6F4-02F190C2B0C2}">
      <dgm:prSet/>
      <dgm:spPr/>
      <dgm:t>
        <a:bodyPr/>
        <a:lstStyle/>
        <a:p>
          <a:endParaRPr lang="en-US"/>
        </a:p>
      </dgm:t>
    </dgm:pt>
    <dgm:pt modelId="{61A38BCA-3830-4925-985A-6E874E2D0973}">
      <dgm:prSet/>
      <dgm:spPr/>
      <dgm:t>
        <a:bodyPr/>
        <a:lstStyle/>
        <a:p>
          <a:pPr>
            <a:defRPr cap="all"/>
          </a:pPr>
          <a:r>
            <a:rPr lang="en-US"/>
            <a:t>MS SQL</a:t>
          </a:r>
        </a:p>
      </dgm:t>
    </dgm:pt>
    <dgm:pt modelId="{0133A7D0-D777-4173-9C02-6AC3F1BA6082}" type="parTrans" cxnId="{7538EBA3-D1C5-4CE2-9D72-98C68B763AB3}">
      <dgm:prSet/>
      <dgm:spPr/>
      <dgm:t>
        <a:bodyPr/>
        <a:lstStyle/>
        <a:p>
          <a:endParaRPr lang="en-US"/>
        </a:p>
      </dgm:t>
    </dgm:pt>
    <dgm:pt modelId="{55F8D51C-CE84-47E1-9213-43959F98B822}" type="sibTrans" cxnId="{7538EBA3-D1C5-4CE2-9D72-98C68B763AB3}">
      <dgm:prSet/>
      <dgm:spPr/>
      <dgm:t>
        <a:bodyPr/>
        <a:lstStyle/>
        <a:p>
          <a:endParaRPr lang="en-US"/>
        </a:p>
      </dgm:t>
    </dgm:pt>
    <dgm:pt modelId="{9093E5D2-DB72-42CD-897C-52A1F952FA80}">
      <dgm:prSet/>
      <dgm:spPr/>
      <dgm:t>
        <a:bodyPr/>
        <a:lstStyle/>
        <a:p>
          <a:pPr>
            <a:defRPr cap="all"/>
          </a:pPr>
          <a:r>
            <a:rPr lang="en-US"/>
            <a:t>MONGODB</a:t>
          </a:r>
        </a:p>
      </dgm:t>
    </dgm:pt>
    <dgm:pt modelId="{0BA32A8D-D4EF-4A76-8BAD-DC31C9AF2C1A}" type="parTrans" cxnId="{F9403CDA-B01C-44AB-9365-799FB6112504}">
      <dgm:prSet/>
      <dgm:spPr/>
      <dgm:t>
        <a:bodyPr/>
        <a:lstStyle/>
        <a:p>
          <a:endParaRPr lang="en-US"/>
        </a:p>
      </dgm:t>
    </dgm:pt>
    <dgm:pt modelId="{7FFAF434-4A03-424C-B898-ED589D06C583}" type="sibTrans" cxnId="{F9403CDA-B01C-44AB-9365-799FB6112504}">
      <dgm:prSet/>
      <dgm:spPr/>
      <dgm:t>
        <a:bodyPr/>
        <a:lstStyle/>
        <a:p>
          <a:endParaRPr lang="en-US"/>
        </a:p>
      </dgm:t>
    </dgm:pt>
    <dgm:pt modelId="{60BADA10-58BA-4FE5-AAC8-E551590E34A5}" type="pres">
      <dgm:prSet presAssocID="{638EEA52-64E4-4F1E-8655-BDE064F1F69A}" presName="root" presStyleCnt="0">
        <dgm:presLayoutVars>
          <dgm:dir/>
          <dgm:resizeHandles val="exact"/>
        </dgm:presLayoutVars>
      </dgm:prSet>
      <dgm:spPr/>
    </dgm:pt>
    <dgm:pt modelId="{7DFF2742-9ACA-48A1-AD49-7B99C8AFCB0B}" type="pres">
      <dgm:prSet presAssocID="{ED9DB7F5-5AE3-439D-9F9E-CC1C36D88672}" presName="compNode" presStyleCnt="0"/>
      <dgm:spPr/>
    </dgm:pt>
    <dgm:pt modelId="{5D5605C5-A3F5-4497-9FBC-7A9A0368BCF9}" type="pres">
      <dgm:prSet presAssocID="{ED9DB7F5-5AE3-439D-9F9E-CC1C36D88672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A84C550C-4C49-4E4B-A5BF-0C4DB535A42E}" type="pres">
      <dgm:prSet presAssocID="{ED9DB7F5-5AE3-439D-9F9E-CC1C36D88672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B2EA9789-4F3D-49C1-9BC9-AE5A49B41495}" type="pres">
      <dgm:prSet presAssocID="{ED9DB7F5-5AE3-439D-9F9E-CC1C36D88672}" presName="spaceRect" presStyleCnt="0"/>
      <dgm:spPr/>
    </dgm:pt>
    <dgm:pt modelId="{CC1F2E11-E1BC-4B06-B5BE-4EAB03644CEB}" type="pres">
      <dgm:prSet presAssocID="{ED9DB7F5-5AE3-439D-9F9E-CC1C36D88672}" presName="textRect" presStyleLbl="revTx" presStyleIdx="0" presStyleCnt="3">
        <dgm:presLayoutVars>
          <dgm:chMax val="1"/>
          <dgm:chPref val="1"/>
        </dgm:presLayoutVars>
      </dgm:prSet>
      <dgm:spPr/>
    </dgm:pt>
    <dgm:pt modelId="{9C0D42A8-7BFF-41BE-AB69-5CE65C22ABA4}" type="pres">
      <dgm:prSet presAssocID="{D340E2BE-D56E-4B06-987F-314CE6368C90}" presName="sibTrans" presStyleCnt="0"/>
      <dgm:spPr/>
    </dgm:pt>
    <dgm:pt modelId="{A6359C84-B509-4CC0-992F-2D64316C1837}" type="pres">
      <dgm:prSet presAssocID="{61A38BCA-3830-4925-985A-6E874E2D0973}" presName="compNode" presStyleCnt="0"/>
      <dgm:spPr/>
    </dgm:pt>
    <dgm:pt modelId="{2ED139FE-42BC-4019-9580-EDBB8A78772D}" type="pres">
      <dgm:prSet presAssocID="{61A38BCA-3830-4925-985A-6E874E2D0973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6D8B0B16-6BA3-4B98-90AE-9631433B50E0}" type="pres">
      <dgm:prSet presAssocID="{61A38BCA-3830-4925-985A-6E874E2D0973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3FF6CAC0-DE11-4FFA-AA8B-4DB1A7202D87}" type="pres">
      <dgm:prSet presAssocID="{61A38BCA-3830-4925-985A-6E874E2D0973}" presName="spaceRect" presStyleCnt="0"/>
      <dgm:spPr/>
    </dgm:pt>
    <dgm:pt modelId="{CBC42F26-D2C4-45DB-9538-247F93A9C774}" type="pres">
      <dgm:prSet presAssocID="{61A38BCA-3830-4925-985A-6E874E2D0973}" presName="textRect" presStyleLbl="revTx" presStyleIdx="1" presStyleCnt="3">
        <dgm:presLayoutVars>
          <dgm:chMax val="1"/>
          <dgm:chPref val="1"/>
        </dgm:presLayoutVars>
      </dgm:prSet>
      <dgm:spPr/>
    </dgm:pt>
    <dgm:pt modelId="{83B96F7F-284E-46BF-A943-1C314ACD4BFB}" type="pres">
      <dgm:prSet presAssocID="{55F8D51C-CE84-47E1-9213-43959F98B822}" presName="sibTrans" presStyleCnt="0"/>
      <dgm:spPr/>
    </dgm:pt>
    <dgm:pt modelId="{95F7E8DE-5BD8-4CB8-9D7F-24238709EDCA}" type="pres">
      <dgm:prSet presAssocID="{9093E5D2-DB72-42CD-897C-52A1F952FA80}" presName="compNode" presStyleCnt="0"/>
      <dgm:spPr/>
    </dgm:pt>
    <dgm:pt modelId="{16E04A6D-3320-4809-B3D1-F6425148A222}" type="pres">
      <dgm:prSet presAssocID="{9093E5D2-DB72-42CD-897C-52A1F952FA80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470CAE73-F136-41EF-A60D-F23A97971CA7}" type="pres">
      <dgm:prSet presAssocID="{9093E5D2-DB72-42CD-897C-52A1F952FA80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3C78B39B-AE75-4803-ABD8-5B0BCBF03AEB}" type="pres">
      <dgm:prSet presAssocID="{9093E5D2-DB72-42CD-897C-52A1F952FA80}" presName="spaceRect" presStyleCnt="0"/>
      <dgm:spPr/>
    </dgm:pt>
    <dgm:pt modelId="{9EBEA571-05B5-4380-95D0-B4D1CEA14DB5}" type="pres">
      <dgm:prSet presAssocID="{9093E5D2-DB72-42CD-897C-52A1F952FA8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F1BE253-8164-4694-A775-7967961A80F5}" type="presOf" srcId="{61A38BCA-3830-4925-985A-6E874E2D0973}" destId="{CBC42F26-D2C4-45DB-9538-247F93A9C774}" srcOrd="0" destOrd="0" presId="urn:microsoft.com/office/officeart/2018/5/layout/IconLeafLabelList"/>
    <dgm:cxn modelId="{7538EBA3-D1C5-4CE2-9D72-98C68B763AB3}" srcId="{638EEA52-64E4-4F1E-8655-BDE064F1F69A}" destId="{61A38BCA-3830-4925-985A-6E874E2D0973}" srcOrd="1" destOrd="0" parTransId="{0133A7D0-D777-4173-9C02-6AC3F1BA6082}" sibTransId="{55F8D51C-CE84-47E1-9213-43959F98B822}"/>
    <dgm:cxn modelId="{784568AE-701C-4678-B3A2-886123278793}" type="presOf" srcId="{638EEA52-64E4-4F1E-8655-BDE064F1F69A}" destId="{60BADA10-58BA-4FE5-AAC8-E551590E34A5}" srcOrd="0" destOrd="0" presId="urn:microsoft.com/office/officeart/2018/5/layout/IconLeafLabelList"/>
    <dgm:cxn modelId="{068AB1C1-9044-42B8-B811-4FF0AF5DC756}" type="presOf" srcId="{ED9DB7F5-5AE3-439D-9F9E-CC1C36D88672}" destId="{CC1F2E11-E1BC-4B06-B5BE-4EAB03644CEB}" srcOrd="0" destOrd="0" presId="urn:microsoft.com/office/officeart/2018/5/layout/IconLeafLabelList"/>
    <dgm:cxn modelId="{A5A25CD2-F4B5-487A-A6F4-02F190C2B0C2}" srcId="{638EEA52-64E4-4F1E-8655-BDE064F1F69A}" destId="{ED9DB7F5-5AE3-439D-9F9E-CC1C36D88672}" srcOrd="0" destOrd="0" parTransId="{428A7B09-5C56-4B6E-9EC0-F94D8BAB4C02}" sibTransId="{D340E2BE-D56E-4B06-987F-314CE6368C90}"/>
    <dgm:cxn modelId="{F9403CDA-B01C-44AB-9365-799FB6112504}" srcId="{638EEA52-64E4-4F1E-8655-BDE064F1F69A}" destId="{9093E5D2-DB72-42CD-897C-52A1F952FA80}" srcOrd="2" destOrd="0" parTransId="{0BA32A8D-D4EF-4A76-8BAD-DC31C9AF2C1A}" sibTransId="{7FFAF434-4A03-424C-B898-ED589D06C583}"/>
    <dgm:cxn modelId="{7525FEDD-E874-421E-BD03-536E128751FF}" type="presOf" srcId="{9093E5D2-DB72-42CD-897C-52A1F952FA80}" destId="{9EBEA571-05B5-4380-95D0-B4D1CEA14DB5}" srcOrd="0" destOrd="0" presId="urn:microsoft.com/office/officeart/2018/5/layout/IconLeafLabelList"/>
    <dgm:cxn modelId="{EFFD6E99-7869-4963-8278-61A45B97EB6C}" type="presParOf" srcId="{60BADA10-58BA-4FE5-AAC8-E551590E34A5}" destId="{7DFF2742-9ACA-48A1-AD49-7B99C8AFCB0B}" srcOrd="0" destOrd="0" presId="urn:microsoft.com/office/officeart/2018/5/layout/IconLeafLabelList"/>
    <dgm:cxn modelId="{79251608-7637-4CF0-A0CD-5EAB78547E17}" type="presParOf" srcId="{7DFF2742-9ACA-48A1-AD49-7B99C8AFCB0B}" destId="{5D5605C5-A3F5-4497-9FBC-7A9A0368BCF9}" srcOrd="0" destOrd="0" presId="urn:microsoft.com/office/officeart/2018/5/layout/IconLeafLabelList"/>
    <dgm:cxn modelId="{CF9C2E2E-C44E-457A-B72C-631C8E5CE897}" type="presParOf" srcId="{7DFF2742-9ACA-48A1-AD49-7B99C8AFCB0B}" destId="{A84C550C-4C49-4E4B-A5BF-0C4DB535A42E}" srcOrd="1" destOrd="0" presId="urn:microsoft.com/office/officeart/2018/5/layout/IconLeafLabelList"/>
    <dgm:cxn modelId="{23C7E16F-96F8-4468-AFA5-BE197AB71D50}" type="presParOf" srcId="{7DFF2742-9ACA-48A1-AD49-7B99C8AFCB0B}" destId="{B2EA9789-4F3D-49C1-9BC9-AE5A49B41495}" srcOrd="2" destOrd="0" presId="urn:microsoft.com/office/officeart/2018/5/layout/IconLeafLabelList"/>
    <dgm:cxn modelId="{1AA98589-68E6-46F4-A116-C7815C013E60}" type="presParOf" srcId="{7DFF2742-9ACA-48A1-AD49-7B99C8AFCB0B}" destId="{CC1F2E11-E1BC-4B06-B5BE-4EAB03644CEB}" srcOrd="3" destOrd="0" presId="urn:microsoft.com/office/officeart/2018/5/layout/IconLeafLabelList"/>
    <dgm:cxn modelId="{564C803E-2228-4FB2-8D0A-5871D22C4A94}" type="presParOf" srcId="{60BADA10-58BA-4FE5-AAC8-E551590E34A5}" destId="{9C0D42A8-7BFF-41BE-AB69-5CE65C22ABA4}" srcOrd="1" destOrd="0" presId="urn:microsoft.com/office/officeart/2018/5/layout/IconLeafLabelList"/>
    <dgm:cxn modelId="{E0B203BB-BE8C-4CF9-A051-57224E27F2FE}" type="presParOf" srcId="{60BADA10-58BA-4FE5-AAC8-E551590E34A5}" destId="{A6359C84-B509-4CC0-992F-2D64316C1837}" srcOrd="2" destOrd="0" presId="urn:microsoft.com/office/officeart/2018/5/layout/IconLeafLabelList"/>
    <dgm:cxn modelId="{878CF867-591D-420D-9CF3-D09DF354BC50}" type="presParOf" srcId="{A6359C84-B509-4CC0-992F-2D64316C1837}" destId="{2ED139FE-42BC-4019-9580-EDBB8A78772D}" srcOrd="0" destOrd="0" presId="urn:microsoft.com/office/officeart/2018/5/layout/IconLeafLabelList"/>
    <dgm:cxn modelId="{B18CD6C3-F55A-43D7-87B7-4281141DAC38}" type="presParOf" srcId="{A6359C84-B509-4CC0-992F-2D64316C1837}" destId="{6D8B0B16-6BA3-4B98-90AE-9631433B50E0}" srcOrd="1" destOrd="0" presId="urn:microsoft.com/office/officeart/2018/5/layout/IconLeafLabelList"/>
    <dgm:cxn modelId="{511C2905-00C9-446D-9A7C-F925D19D3729}" type="presParOf" srcId="{A6359C84-B509-4CC0-992F-2D64316C1837}" destId="{3FF6CAC0-DE11-4FFA-AA8B-4DB1A7202D87}" srcOrd="2" destOrd="0" presId="urn:microsoft.com/office/officeart/2018/5/layout/IconLeafLabelList"/>
    <dgm:cxn modelId="{BD5EF009-A701-4F6C-A6C9-21F8E006F3D6}" type="presParOf" srcId="{A6359C84-B509-4CC0-992F-2D64316C1837}" destId="{CBC42F26-D2C4-45DB-9538-247F93A9C774}" srcOrd="3" destOrd="0" presId="urn:microsoft.com/office/officeart/2018/5/layout/IconLeafLabelList"/>
    <dgm:cxn modelId="{551105B7-5854-4E3D-BF3A-070D07F17AED}" type="presParOf" srcId="{60BADA10-58BA-4FE5-AAC8-E551590E34A5}" destId="{83B96F7F-284E-46BF-A943-1C314ACD4BFB}" srcOrd="3" destOrd="0" presId="urn:microsoft.com/office/officeart/2018/5/layout/IconLeafLabelList"/>
    <dgm:cxn modelId="{133811F3-D7EF-46F4-AC21-72FAB5A79215}" type="presParOf" srcId="{60BADA10-58BA-4FE5-AAC8-E551590E34A5}" destId="{95F7E8DE-5BD8-4CB8-9D7F-24238709EDCA}" srcOrd="4" destOrd="0" presId="urn:microsoft.com/office/officeart/2018/5/layout/IconLeafLabelList"/>
    <dgm:cxn modelId="{37D6801A-C707-4C38-9C9E-F8E2E36370D6}" type="presParOf" srcId="{95F7E8DE-5BD8-4CB8-9D7F-24238709EDCA}" destId="{16E04A6D-3320-4809-B3D1-F6425148A222}" srcOrd="0" destOrd="0" presId="urn:microsoft.com/office/officeart/2018/5/layout/IconLeafLabelList"/>
    <dgm:cxn modelId="{513DC0AB-DD4C-4B4E-8A97-5EE9B1AA49F7}" type="presParOf" srcId="{95F7E8DE-5BD8-4CB8-9D7F-24238709EDCA}" destId="{470CAE73-F136-41EF-A60D-F23A97971CA7}" srcOrd="1" destOrd="0" presId="urn:microsoft.com/office/officeart/2018/5/layout/IconLeafLabelList"/>
    <dgm:cxn modelId="{FAC6F1E3-F0C9-40C5-A69B-27132548F26A}" type="presParOf" srcId="{95F7E8DE-5BD8-4CB8-9D7F-24238709EDCA}" destId="{3C78B39B-AE75-4803-ABD8-5B0BCBF03AEB}" srcOrd="2" destOrd="0" presId="urn:microsoft.com/office/officeart/2018/5/layout/IconLeafLabelList"/>
    <dgm:cxn modelId="{2198EF6D-04B0-455F-A5F0-61D41276E685}" type="presParOf" srcId="{95F7E8DE-5BD8-4CB8-9D7F-24238709EDCA}" destId="{9EBEA571-05B5-4380-95D0-B4D1CEA14DB5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EC6284-563E-42E0-B0F2-45299D67DC29}">
      <dsp:nvSpPr>
        <dsp:cNvPr id="0" name=""/>
        <dsp:cNvSpPr/>
      </dsp:nvSpPr>
      <dsp:spPr>
        <a:xfrm>
          <a:off x="2187988" y="882"/>
          <a:ext cx="1553982" cy="1010088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HTML</a:t>
          </a:r>
        </a:p>
      </dsp:txBody>
      <dsp:txXfrm>
        <a:off x="2237296" y="50190"/>
        <a:ext cx="1455366" cy="911472"/>
      </dsp:txXfrm>
    </dsp:sp>
    <dsp:sp modelId="{EFDEBB94-A6D2-4EA0-B9D8-0FD4F55207F5}">
      <dsp:nvSpPr>
        <dsp:cNvPr id="0" name=""/>
        <dsp:cNvSpPr/>
      </dsp:nvSpPr>
      <dsp:spPr>
        <a:xfrm>
          <a:off x="777640" y="424985"/>
          <a:ext cx="4032988" cy="4032988"/>
        </a:xfrm>
        <a:custGeom>
          <a:avLst/>
          <a:gdLst/>
          <a:ahLst/>
          <a:cxnLst/>
          <a:rect l="0" t="0" r="0" b="0"/>
          <a:pathLst>
            <a:path>
              <a:moveTo>
                <a:pt x="2975457" y="242617"/>
              </a:moveTo>
              <a:arcTo wR="2016494" hR="2016494" stAng="17903747" swAng="2146753"/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6CB842-F81C-41BC-A4D9-31102E3BF3EC}">
      <dsp:nvSpPr>
        <dsp:cNvPr id="0" name=""/>
        <dsp:cNvSpPr/>
      </dsp:nvSpPr>
      <dsp:spPr>
        <a:xfrm>
          <a:off x="4038415" y="1574431"/>
          <a:ext cx="1553982" cy="1010088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CSS</a:t>
          </a:r>
        </a:p>
      </dsp:txBody>
      <dsp:txXfrm>
        <a:off x="4087723" y="1623739"/>
        <a:ext cx="1455366" cy="911472"/>
      </dsp:txXfrm>
    </dsp:sp>
    <dsp:sp modelId="{8313C808-538A-4EB2-B6C1-E83E1033CB4A}">
      <dsp:nvSpPr>
        <dsp:cNvPr id="0" name=""/>
        <dsp:cNvSpPr/>
      </dsp:nvSpPr>
      <dsp:spPr>
        <a:xfrm>
          <a:off x="837467" y="691555"/>
          <a:ext cx="4032988" cy="4032988"/>
        </a:xfrm>
        <a:custGeom>
          <a:avLst/>
          <a:gdLst/>
          <a:ahLst/>
          <a:cxnLst/>
          <a:rect l="0" t="0" r="0" b="0"/>
          <a:pathLst>
            <a:path>
              <a:moveTo>
                <a:pt x="4029839" y="1903832"/>
              </a:moveTo>
              <a:arcTo wR="2016494" hR="2016494" stAng="21407832" swAng="1842070"/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AA0A4E4-2942-454B-8A95-0A4DC5BA1D1A}">
      <dsp:nvSpPr>
        <dsp:cNvPr id="0" name=""/>
        <dsp:cNvSpPr/>
      </dsp:nvSpPr>
      <dsp:spPr>
        <a:xfrm>
          <a:off x="3373253" y="3648755"/>
          <a:ext cx="1553982" cy="1010088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JAVA SCRIPT</a:t>
          </a:r>
        </a:p>
      </dsp:txBody>
      <dsp:txXfrm>
        <a:off x="3422561" y="3698063"/>
        <a:ext cx="1455366" cy="911472"/>
      </dsp:txXfrm>
    </dsp:sp>
    <dsp:sp modelId="{827A0F37-3C77-4ECE-9ACE-A858D0665F11}">
      <dsp:nvSpPr>
        <dsp:cNvPr id="0" name=""/>
        <dsp:cNvSpPr/>
      </dsp:nvSpPr>
      <dsp:spPr>
        <a:xfrm>
          <a:off x="948484" y="505926"/>
          <a:ext cx="4032988" cy="4032988"/>
        </a:xfrm>
        <a:custGeom>
          <a:avLst/>
          <a:gdLst/>
          <a:ahLst/>
          <a:cxnLst/>
          <a:rect l="0" t="0" r="0" b="0"/>
          <a:pathLst>
            <a:path>
              <a:moveTo>
                <a:pt x="2416769" y="3992862"/>
              </a:moveTo>
              <a:arcTo wR="2016494" hR="2016494" stAng="4713043" swAng="1373913"/>
            </a:path>
          </a:pathLst>
        </a:custGeom>
        <a:noFill/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789B43-B6D8-43A7-8902-0BC337FB6D48}">
      <dsp:nvSpPr>
        <dsp:cNvPr id="0" name=""/>
        <dsp:cNvSpPr/>
      </dsp:nvSpPr>
      <dsp:spPr>
        <a:xfrm>
          <a:off x="1002722" y="3648755"/>
          <a:ext cx="1553982" cy="1010088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TYPE SCRIPT</a:t>
          </a:r>
        </a:p>
      </dsp:txBody>
      <dsp:txXfrm>
        <a:off x="1052030" y="3698063"/>
        <a:ext cx="1455366" cy="911472"/>
      </dsp:txXfrm>
    </dsp:sp>
    <dsp:sp modelId="{E57B1C59-2FF3-438D-804C-1D11853783F0}">
      <dsp:nvSpPr>
        <dsp:cNvPr id="0" name=""/>
        <dsp:cNvSpPr/>
      </dsp:nvSpPr>
      <dsp:spPr>
        <a:xfrm>
          <a:off x="948484" y="505926"/>
          <a:ext cx="4032988" cy="4032988"/>
        </a:xfrm>
        <a:custGeom>
          <a:avLst/>
          <a:gdLst/>
          <a:ahLst/>
          <a:cxnLst/>
          <a:rect l="0" t="0" r="0" b="0"/>
          <a:pathLst>
            <a:path>
              <a:moveTo>
                <a:pt x="337601" y="3133440"/>
              </a:moveTo>
              <a:arcTo wR="2016494" hR="2016494" stAng="8781881" swAng="1913495"/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22CF17B-AB59-4355-A0C6-8216B797724F}">
      <dsp:nvSpPr>
        <dsp:cNvPr id="0" name=""/>
        <dsp:cNvSpPr/>
      </dsp:nvSpPr>
      <dsp:spPr>
        <a:xfrm>
          <a:off x="84914" y="1226091"/>
          <a:ext cx="1924529" cy="1346397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BOOTSTRAP</a:t>
          </a:r>
          <a:br>
            <a:rPr lang="en-US" sz="2400" kern="1200" dirty="0"/>
          </a:br>
          <a:r>
            <a:rPr lang="en-US" sz="2400" kern="1200" dirty="0"/>
            <a:t>ANGULAR</a:t>
          </a:r>
        </a:p>
      </dsp:txBody>
      <dsp:txXfrm>
        <a:off x="150640" y="1291817"/>
        <a:ext cx="1793077" cy="1214945"/>
      </dsp:txXfrm>
    </dsp:sp>
    <dsp:sp modelId="{99D365D3-DDFB-4E9F-8DD7-C2919BC56485}">
      <dsp:nvSpPr>
        <dsp:cNvPr id="0" name=""/>
        <dsp:cNvSpPr/>
      </dsp:nvSpPr>
      <dsp:spPr>
        <a:xfrm>
          <a:off x="948484" y="505926"/>
          <a:ext cx="4032988" cy="4032988"/>
        </a:xfrm>
        <a:custGeom>
          <a:avLst/>
          <a:gdLst/>
          <a:ahLst/>
          <a:cxnLst/>
          <a:rect l="0" t="0" r="0" b="0"/>
          <a:pathLst>
            <a:path>
              <a:moveTo>
                <a:pt x="478040" y="712880"/>
              </a:moveTo>
              <a:arcTo wR="2016494" hR="2016494" stAng="13216582" swAng="1607366"/>
            </a:path>
          </a:pathLst>
        </a:custGeom>
        <a:noFill/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5605C5-A3F5-4497-9FBC-7A9A0368BCF9}">
      <dsp:nvSpPr>
        <dsp:cNvPr id="0" name=""/>
        <dsp:cNvSpPr/>
      </dsp:nvSpPr>
      <dsp:spPr>
        <a:xfrm>
          <a:off x="679050" y="376937"/>
          <a:ext cx="1887187" cy="1887187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4C550C-4C49-4E4B-A5BF-0C4DB535A42E}">
      <dsp:nvSpPr>
        <dsp:cNvPr id="0" name=""/>
        <dsp:cNvSpPr/>
      </dsp:nvSpPr>
      <dsp:spPr>
        <a:xfrm>
          <a:off x="1081237" y="779125"/>
          <a:ext cx="1082812" cy="10828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1F2E11-E1BC-4B06-B5BE-4EAB03644CEB}">
      <dsp:nvSpPr>
        <dsp:cNvPr id="0" name=""/>
        <dsp:cNvSpPr/>
      </dsp:nvSpPr>
      <dsp:spPr>
        <a:xfrm>
          <a:off x="75768" y="2851938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4000" kern="1200"/>
            <a:t>ASP.NET CORE</a:t>
          </a:r>
        </a:p>
      </dsp:txBody>
      <dsp:txXfrm>
        <a:off x="75768" y="2851938"/>
        <a:ext cx="3093750" cy="720000"/>
      </dsp:txXfrm>
    </dsp:sp>
    <dsp:sp modelId="{2ED139FE-42BC-4019-9580-EDBB8A78772D}">
      <dsp:nvSpPr>
        <dsp:cNvPr id="0" name=""/>
        <dsp:cNvSpPr/>
      </dsp:nvSpPr>
      <dsp:spPr>
        <a:xfrm>
          <a:off x="4314206" y="376937"/>
          <a:ext cx="1887187" cy="1887187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8B0B16-6BA3-4B98-90AE-9631433B50E0}">
      <dsp:nvSpPr>
        <dsp:cNvPr id="0" name=""/>
        <dsp:cNvSpPr/>
      </dsp:nvSpPr>
      <dsp:spPr>
        <a:xfrm>
          <a:off x="4716393" y="779125"/>
          <a:ext cx="1082812" cy="10828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C42F26-D2C4-45DB-9538-247F93A9C774}">
      <dsp:nvSpPr>
        <dsp:cNvPr id="0" name=""/>
        <dsp:cNvSpPr/>
      </dsp:nvSpPr>
      <dsp:spPr>
        <a:xfrm>
          <a:off x="3710925" y="2851938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4000" kern="1200"/>
            <a:t>MS SQL</a:t>
          </a:r>
        </a:p>
      </dsp:txBody>
      <dsp:txXfrm>
        <a:off x="3710925" y="2851938"/>
        <a:ext cx="3093750" cy="720000"/>
      </dsp:txXfrm>
    </dsp:sp>
    <dsp:sp modelId="{16E04A6D-3320-4809-B3D1-F6425148A222}">
      <dsp:nvSpPr>
        <dsp:cNvPr id="0" name=""/>
        <dsp:cNvSpPr/>
      </dsp:nvSpPr>
      <dsp:spPr>
        <a:xfrm>
          <a:off x="7949362" y="376937"/>
          <a:ext cx="1887187" cy="1887187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0CAE73-F136-41EF-A60D-F23A97971CA7}">
      <dsp:nvSpPr>
        <dsp:cNvPr id="0" name=""/>
        <dsp:cNvSpPr/>
      </dsp:nvSpPr>
      <dsp:spPr>
        <a:xfrm>
          <a:off x="8351550" y="779125"/>
          <a:ext cx="1082812" cy="10828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BEA571-05B5-4380-95D0-B4D1CEA14DB5}">
      <dsp:nvSpPr>
        <dsp:cNvPr id="0" name=""/>
        <dsp:cNvSpPr/>
      </dsp:nvSpPr>
      <dsp:spPr>
        <a:xfrm>
          <a:off x="7346081" y="2851938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4000" kern="1200"/>
            <a:t>MONGODB</a:t>
          </a:r>
        </a:p>
      </dsp:txBody>
      <dsp:txXfrm>
        <a:off x="7346081" y="2851938"/>
        <a:ext cx="3093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9FFE1D-0A82-43B0-8C34-1D9CE6F91D1E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15755F-7028-45C4-9BE8-E94332CB45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8647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51622d556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51622d556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693595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FE524-73A1-4B0E-BD84-FFC3C9EC00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EF4230-F671-4189-927D-83498152CA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24154C-9381-4C7C-B488-9F77F08B8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10B09-FBB1-471D-96B6-9D7B07110DA5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F32290-6538-4E21-8507-0E8CB6C77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883241-5F6E-4E2C-B312-F2231AE13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284EB-0788-44CF-A432-483A79A6AA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5711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8C4B6-7FEC-43E7-8B4F-09A4099BD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C80EB5-5C70-4DE8-949C-A274F3911B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7E033-5EFC-4D0F-828B-9F9E3C282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10B09-FBB1-471D-96B6-9D7B07110DA5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B92D82-A722-4F9D-A97C-977C2A685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446977-8D92-4684-9F5B-27A7C548A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284EB-0788-44CF-A432-483A79A6AA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5681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7F5BD-A140-40F8-AC5B-03FE82773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2607E7-D5A3-4FCB-9B39-EC4226A8C6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546DDB-33B9-4B6D-8772-A770958C0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10B09-FBB1-471D-96B6-9D7B07110DA5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70C25-3401-4146-8008-35F09A4F5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E5211C-0E40-4F51-8AAD-75ED08293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284EB-0788-44CF-A432-483A79A6AA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5933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0EAA0-76A2-4DEA-84CF-603AE49B2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6937F-6C30-49E8-B5B9-CF58925CED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C25980-E145-4954-A58D-838DA861F0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3E9C1-C419-4A7A-857F-2D37C9F79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10B09-FBB1-471D-96B6-9D7B07110DA5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6FC5A8-1C55-44FF-BD76-08EE22068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2B0A5A-E232-44F0-B5C9-469690619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284EB-0788-44CF-A432-483A79A6AA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5981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47066-CE6D-4458-B5FB-49ED4224C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9B48E9-9844-4F8E-BB54-78B78DEB6E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DD359-FEA7-470C-B4B2-C78845427F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3765FD-E37F-4E1D-80B2-2B634620B1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27FC0B-0E1E-4496-9FC8-03A24D7451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201F58-E716-4C2C-B477-17002D893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10B09-FBB1-471D-96B6-9D7B07110DA5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A7EED5-E611-4A04-BD34-A18CC7D58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8E48C7-3888-4055-982F-B86241925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284EB-0788-44CF-A432-483A79A6AA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2130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66FFC-AEA2-4912-8B75-DF9412171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51589B-31D5-456C-9D6E-0B5E7AF7E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10B09-FBB1-471D-96B6-9D7B07110DA5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1836A1-E33F-46E5-8C2D-3B7C50C4B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CA6A0A-AD1D-4CCF-A9F8-DA71833BC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284EB-0788-44CF-A432-483A79A6AA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9193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26808C-9F96-4E2E-A175-A7F578741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10B09-FBB1-471D-96B6-9D7B07110DA5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C21798-924C-40B0-8FA7-51EDC1971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4E1D32-E941-4B39-85B5-512235908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284EB-0788-44CF-A432-483A79A6AA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7507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95919-9027-4477-A1CB-4FFC51BC9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09441-DBA8-417D-A567-1E2776482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1BE7CE-E7DD-4767-B854-7DF1E8CB7A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EBA5AA-8374-412C-B1B0-F0741BD83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10B09-FBB1-471D-96B6-9D7B07110DA5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E7C294-2309-4826-B1AC-B4042668C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B7DBFD-170A-4742-8494-9BE50BE35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284EB-0788-44CF-A432-483A79A6AA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84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D8AD8-9783-48EE-916A-432EDA251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5BE298-560C-4A18-AC34-C254752F70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7D6364-CD88-41F9-88A5-B246BDBD11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F50EC0-324D-4F11-90C3-1B08D6681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10B09-FBB1-471D-96B6-9D7B07110DA5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370C37-DBA9-4DC4-B7BA-35070474D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8BB574-ABED-429A-831A-95B68B028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284EB-0788-44CF-A432-483A79A6AA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6488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BE6A2-5507-4DBA-AD85-AD5470FE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835011-DD9C-4E9E-B110-FA74254DBD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30729-F1B0-4322-86F9-8A10210BD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10B09-FBB1-471D-96B6-9D7B07110DA5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681160-1993-4930-8F57-FF93F07FC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A0BEEA-CE76-49FD-9464-3DC4EA9BF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284EB-0788-44CF-A432-483A79A6AA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3077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4074B4-E32C-4F8F-ADD5-0C8259B838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3F7AEA-294B-47A6-AD55-D500596FF8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B6D1B-41F1-4BDF-B5B3-F44BFDD84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10B09-FBB1-471D-96B6-9D7B07110DA5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FEA4CF-1537-4AA2-B437-13B863C60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1A934D-8468-4C46-BEC2-2F4239C51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284EB-0788-44CF-A432-483A79A6AA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06376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15600" y="421233"/>
            <a:ext cx="11360800" cy="110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15600" y="1633633"/>
            <a:ext cx="11360800" cy="44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68613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ED7D6E-EC31-4D49-B7DE-A80804673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B44EF1-C9EA-48DB-A2A6-AC111A74C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36D44-9115-4E2F-8677-EBBF5D67E3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410B09-FBB1-471D-96B6-9D7B07110DA5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811C4-4876-413D-A143-DA7A8C2F67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06F4C4-05BA-4DD2-852E-A2D5C3F42A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6284EB-0788-44CF-A432-483A79A6AA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4921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jp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E4C27B6-DB04-4891-AF97-BA1671B17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Background pattern&#10;&#10;Description automatically generated">
            <a:extLst>
              <a:ext uri="{FF2B5EF4-FFF2-40B4-BE49-F238E27FC236}">
                <a16:creationId xmlns:a16="http://schemas.microsoft.com/office/drawing/2014/main" id="{32FA7FF9-6C2D-4FC2-9BE6-6E3EE3A01F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76"/>
          <a:stretch/>
        </p:blipFill>
        <p:spPr>
          <a:xfrm>
            <a:off x="523982" y="0"/>
            <a:ext cx="11664970" cy="6857999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316481C-0A49-4796-812B-0D64F063B7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5419898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5AA733-2C25-424D-9463-DBA78DDDA6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6684" y="1152145"/>
            <a:ext cx="3953501" cy="1272832"/>
          </a:xfrm>
        </p:spPr>
        <p:txBody>
          <a:bodyPr>
            <a:normAutofit/>
          </a:bodyPr>
          <a:lstStyle/>
          <a:p>
            <a:pPr algn="l"/>
            <a:r>
              <a:rPr lang="en-US" sz="5600" dirty="0">
                <a:solidFill>
                  <a:schemeClr val="bg1"/>
                </a:solidFill>
              </a:rPr>
              <a:t>COVID -19</a:t>
            </a:r>
            <a:endParaRPr lang="en-IN" sz="56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B99384-A8A5-43F5-9E7D-A48E7CC76E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8369" y="3133618"/>
            <a:ext cx="4643919" cy="3328827"/>
          </a:xfrm>
        </p:spPr>
        <p:txBody>
          <a:bodyPr anchor="t">
            <a:normAutofit/>
          </a:bodyPr>
          <a:lstStyle/>
          <a:p>
            <a:pPr algn="l"/>
            <a:r>
              <a:rPr lang="en-US" sz="3200" dirty="0">
                <a:solidFill>
                  <a:schemeClr val="bg1"/>
                </a:solidFill>
                <a:highlight>
                  <a:srgbClr val="000000"/>
                </a:highlight>
              </a:rPr>
              <a:t>Presented BY:- </a:t>
            </a:r>
          </a:p>
          <a:p>
            <a:pPr algn="l"/>
            <a:endParaRPr lang="en-US" sz="3200" dirty="0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5271697-90F1-4A23-8EF2-0179F2EAF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"/>
            <a:ext cx="606972" cy="323398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E0EAE70-C355-42D1-BF00-CA8A17A74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88720" y="73152"/>
            <a:ext cx="1178966" cy="232963"/>
            <a:chOff x="1188720" y="73152"/>
            <a:chExt cx="1178966" cy="232963"/>
          </a:xfrm>
        </p:grpSpPr>
        <p:sp>
          <p:nvSpPr>
            <p:cNvPr id="25" name="Rectangle 64">
              <a:extLst>
                <a:ext uri="{FF2B5EF4-FFF2-40B4-BE49-F238E27FC236}">
                  <a16:creationId xmlns:a16="http://schemas.microsoft.com/office/drawing/2014/main" id="{E6E58C95-A3F9-4C87-B9A5-32A7A75DDF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88541" y="73152"/>
              <a:ext cx="54368" cy="592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66">
              <a:extLst>
                <a:ext uri="{FF2B5EF4-FFF2-40B4-BE49-F238E27FC236}">
                  <a16:creationId xmlns:a16="http://schemas.microsoft.com/office/drawing/2014/main" id="{7B08CDDF-E602-4C1B-A248-A43292EB5D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88541" y="246888"/>
              <a:ext cx="54368" cy="592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64">
              <a:extLst>
                <a:ext uri="{FF2B5EF4-FFF2-40B4-BE49-F238E27FC236}">
                  <a16:creationId xmlns:a16="http://schemas.microsoft.com/office/drawing/2014/main" id="{6298B977-8F47-48C6-8454-11EF9478EC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3586" y="73152"/>
              <a:ext cx="54368" cy="592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66">
              <a:extLst>
                <a:ext uri="{FF2B5EF4-FFF2-40B4-BE49-F238E27FC236}">
                  <a16:creationId xmlns:a16="http://schemas.microsoft.com/office/drawing/2014/main" id="{06A6FB8E-FB47-44B7-810F-B88B4CCA06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3586" y="246888"/>
              <a:ext cx="54368" cy="592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64">
              <a:extLst>
                <a:ext uri="{FF2B5EF4-FFF2-40B4-BE49-F238E27FC236}">
                  <a16:creationId xmlns:a16="http://schemas.microsoft.com/office/drawing/2014/main" id="{818DB8DB-4D04-42C0-BE68-842A9F29A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438631" y="73152"/>
              <a:ext cx="54368" cy="592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66">
              <a:extLst>
                <a:ext uri="{FF2B5EF4-FFF2-40B4-BE49-F238E27FC236}">
                  <a16:creationId xmlns:a16="http://schemas.microsoft.com/office/drawing/2014/main" id="{DBCFEA99-52A4-4E8E-B9C9-3D39B0E32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438631" y="246888"/>
              <a:ext cx="54368" cy="592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64">
              <a:extLst>
                <a:ext uri="{FF2B5EF4-FFF2-40B4-BE49-F238E27FC236}">
                  <a16:creationId xmlns:a16="http://schemas.microsoft.com/office/drawing/2014/main" id="{A6C0BB10-7324-4D11-A497-57A85CDB62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3675" y="73152"/>
              <a:ext cx="54368" cy="592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66">
              <a:extLst>
                <a:ext uri="{FF2B5EF4-FFF2-40B4-BE49-F238E27FC236}">
                  <a16:creationId xmlns:a16="http://schemas.microsoft.com/office/drawing/2014/main" id="{D7440F2E-8192-4FDF-AE8F-2833B7F403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3675" y="246888"/>
              <a:ext cx="54368" cy="592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64">
              <a:extLst>
                <a:ext uri="{FF2B5EF4-FFF2-40B4-BE49-F238E27FC236}">
                  <a16:creationId xmlns:a16="http://schemas.microsoft.com/office/drawing/2014/main" id="{B9F7DA6A-1872-4697-A567-20A0115A0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88720" y="73152"/>
              <a:ext cx="54368" cy="592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66">
              <a:extLst>
                <a:ext uri="{FF2B5EF4-FFF2-40B4-BE49-F238E27FC236}">
                  <a16:creationId xmlns:a16="http://schemas.microsoft.com/office/drawing/2014/main" id="{98BC1544-07ED-411D-880C-58CB114914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88720" y="246888"/>
              <a:ext cx="54368" cy="592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64">
              <a:extLst>
                <a:ext uri="{FF2B5EF4-FFF2-40B4-BE49-F238E27FC236}">
                  <a16:creationId xmlns:a16="http://schemas.microsoft.com/office/drawing/2014/main" id="{BA70D948-9946-455F-8155-D274F01DAB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13318" y="73152"/>
              <a:ext cx="54368" cy="592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66">
              <a:extLst>
                <a:ext uri="{FF2B5EF4-FFF2-40B4-BE49-F238E27FC236}">
                  <a16:creationId xmlns:a16="http://schemas.microsoft.com/office/drawing/2014/main" id="{807FCDBA-F7E3-4836-8253-15D212128F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13318" y="246888"/>
              <a:ext cx="54368" cy="592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64">
              <a:extLst>
                <a:ext uri="{FF2B5EF4-FFF2-40B4-BE49-F238E27FC236}">
                  <a16:creationId xmlns:a16="http://schemas.microsoft.com/office/drawing/2014/main" id="{D6A9BF83-5C67-44B0-883C-82BCAA1923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188363" y="73152"/>
              <a:ext cx="54368" cy="592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66">
              <a:extLst>
                <a:ext uri="{FF2B5EF4-FFF2-40B4-BE49-F238E27FC236}">
                  <a16:creationId xmlns:a16="http://schemas.microsoft.com/office/drawing/2014/main" id="{94BA7F92-7961-489E-83BD-5518EB1E99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188363" y="246888"/>
              <a:ext cx="54368" cy="592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64">
              <a:extLst>
                <a:ext uri="{FF2B5EF4-FFF2-40B4-BE49-F238E27FC236}">
                  <a16:creationId xmlns:a16="http://schemas.microsoft.com/office/drawing/2014/main" id="{56ADE108-5AE8-4ACF-88B9-28A0B125B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063408" y="73152"/>
              <a:ext cx="54368" cy="592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66">
              <a:extLst>
                <a:ext uri="{FF2B5EF4-FFF2-40B4-BE49-F238E27FC236}">
                  <a16:creationId xmlns:a16="http://schemas.microsoft.com/office/drawing/2014/main" id="{75B2D25F-B666-4F19-816A-24456EAF46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063408" y="246888"/>
              <a:ext cx="54368" cy="592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64">
              <a:extLst>
                <a:ext uri="{FF2B5EF4-FFF2-40B4-BE49-F238E27FC236}">
                  <a16:creationId xmlns:a16="http://schemas.microsoft.com/office/drawing/2014/main" id="{A7D581F0-987F-45C5-A849-CC1B41222F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8452" y="73152"/>
              <a:ext cx="54368" cy="592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66">
              <a:extLst>
                <a:ext uri="{FF2B5EF4-FFF2-40B4-BE49-F238E27FC236}">
                  <a16:creationId xmlns:a16="http://schemas.microsoft.com/office/drawing/2014/main" id="{F388E533-92C3-428E-B078-81D6E1F2D9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8452" y="246888"/>
              <a:ext cx="54368" cy="592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64">
              <a:extLst>
                <a:ext uri="{FF2B5EF4-FFF2-40B4-BE49-F238E27FC236}">
                  <a16:creationId xmlns:a16="http://schemas.microsoft.com/office/drawing/2014/main" id="{C68AEED3-AAB1-48A9-8FC3-C68AE6675B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13497" y="73152"/>
              <a:ext cx="54368" cy="592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66">
              <a:extLst>
                <a:ext uri="{FF2B5EF4-FFF2-40B4-BE49-F238E27FC236}">
                  <a16:creationId xmlns:a16="http://schemas.microsoft.com/office/drawing/2014/main" id="{0A6CA6BC-FFA6-4C34-B200-6F61EE1730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13497" y="246888"/>
              <a:ext cx="54368" cy="592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>
            <a:extLst>
              <a:ext uri="{FF2B5EF4-FFF2-40B4-BE49-F238E27FC236}">
                <a16:creationId xmlns:a16="http://schemas.microsoft.com/office/drawing/2014/main" id="{D9F5512A-48E1-4C07-B75E-3CCC517B6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3233984"/>
            <a:ext cx="606972" cy="36240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110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Shanghai city skyline">
            <a:extLst>
              <a:ext uri="{FF2B5EF4-FFF2-40B4-BE49-F238E27FC236}">
                <a16:creationId xmlns:a16="http://schemas.microsoft.com/office/drawing/2014/main" id="{AF9CF0FC-0C27-4191-ADBD-14460BD650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90" r="14719" b="-1"/>
          <a:stretch/>
        </p:blipFill>
        <p:spPr>
          <a:xfrm>
            <a:off x="4760826" y="10"/>
            <a:ext cx="7431174" cy="6857990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F23F8A3-8FD7-4779-8323-FDC26BE99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478"/>
            <a:ext cx="7859800" cy="6858478"/>
          </a:xfrm>
          <a:custGeom>
            <a:avLst/>
            <a:gdLst>
              <a:gd name="connsiteX0" fmla="*/ 7859800 w 7859800"/>
              <a:gd name="connsiteY0" fmla="*/ 6858478 h 6858478"/>
              <a:gd name="connsiteX1" fmla="*/ 435245 w 7859800"/>
              <a:gd name="connsiteY1" fmla="*/ 6858478 h 6858478"/>
              <a:gd name="connsiteX2" fmla="*/ 435505 w 7859800"/>
              <a:gd name="connsiteY2" fmla="*/ 6857916 h 6858478"/>
              <a:gd name="connsiteX3" fmla="*/ 0 w 7859800"/>
              <a:gd name="connsiteY3" fmla="*/ 6857916 h 6858478"/>
              <a:gd name="connsiteX4" fmla="*/ 0 w 7859800"/>
              <a:gd name="connsiteY4" fmla="*/ 0 h 6858478"/>
              <a:gd name="connsiteX5" fmla="*/ 3611620 w 7859800"/>
              <a:gd name="connsiteY5" fmla="*/ 0 h 6858478"/>
              <a:gd name="connsiteX6" fmla="*/ 4677848 w 7859800"/>
              <a:gd name="connsiteY6" fmla="*/ 0 h 6858478"/>
              <a:gd name="connsiteX7" fmla="*/ 4683425 w 7859800"/>
              <a:gd name="connsiteY7" fmla="*/ 0 h 6858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59800" h="6858478">
                <a:moveTo>
                  <a:pt x="7859800" y="6858478"/>
                </a:moveTo>
                <a:lnTo>
                  <a:pt x="435245" y="6858478"/>
                </a:lnTo>
                <a:lnTo>
                  <a:pt x="435505" y="6857916"/>
                </a:lnTo>
                <a:lnTo>
                  <a:pt x="0" y="6857916"/>
                </a:lnTo>
                <a:lnTo>
                  <a:pt x="0" y="0"/>
                </a:lnTo>
                <a:lnTo>
                  <a:pt x="3611620" y="0"/>
                </a:lnTo>
                <a:lnTo>
                  <a:pt x="4677848" y="0"/>
                </a:lnTo>
                <a:lnTo>
                  <a:pt x="4683425" y="0"/>
                </a:lnTo>
                <a:close/>
              </a:path>
            </a:pathLst>
          </a:custGeom>
          <a:solidFill>
            <a:schemeClr val="bg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605C4CC-A25C-416F-8333-7CB7DC97D8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478"/>
            <a:ext cx="7431174" cy="6858478"/>
          </a:xfrm>
          <a:custGeom>
            <a:avLst/>
            <a:gdLst>
              <a:gd name="connsiteX0" fmla="*/ 7431174 w 7431174"/>
              <a:gd name="connsiteY0" fmla="*/ 6858478 h 6858478"/>
              <a:gd name="connsiteX1" fmla="*/ 6619 w 7431174"/>
              <a:gd name="connsiteY1" fmla="*/ 6858478 h 6858478"/>
              <a:gd name="connsiteX2" fmla="*/ 6879 w 7431174"/>
              <a:gd name="connsiteY2" fmla="*/ 6857916 h 6858478"/>
              <a:gd name="connsiteX3" fmla="*/ 0 w 7431174"/>
              <a:gd name="connsiteY3" fmla="*/ 6857916 h 6858478"/>
              <a:gd name="connsiteX4" fmla="*/ 0 w 7431174"/>
              <a:gd name="connsiteY4" fmla="*/ 0 h 6858478"/>
              <a:gd name="connsiteX5" fmla="*/ 3182994 w 7431174"/>
              <a:gd name="connsiteY5" fmla="*/ 0 h 6858478"/>
              <a:gd name="connsiteX6" fmla="*/ 4249222 w 7431174"/>
              <a:gd name="connsiteY6" fmla="*/ 0 h 6858478"/>
              <a:gd name="connsiteX7" fmla="*/ 4254799 w 7431174"/>
              <a:gd name="connsiteY7" fmla="*/ 0 h 6858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31174" h="6858478">
                <a:moveTo>
                  <a:pt x="7431174" y="6858478"/>
                </a:moveTo>
                <a:lnTo>
                  <a:pt x="6619" y="6858478"/>
                </a:lnTo>
                <a:lnTo>
                  <a:pt x="6879" y="6857916"/>
                </a:lnTo>
                <a:lnTo>
                  <a:pt x="0" y="6857916"/>
                </a:lnTo>
                <a:lnTo>
                  <a:pt x="0" y="0"/>
                </a:lnTo>
                <a:lnTo>
                  <a:pt x="3182994" y="0"/>
                </a:lnTo>
                <a:lnTo>
                  <a:pt x="4249222" y="0"/>
                </a:lnTo>
                <a:lnTo>
                  <a:pt x="4254799" y="0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3EC17-AA49-4E29-92A7-985715AF7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365125"/>
            <a:ext cx="5266155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/>
              <a:t>Outline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820EE4-AD5B-4365-ACEF-06DD92C0A2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04672" y="2022601"/>
            <a:ext cx="3941499" cy="4154361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000" dirty="0"/>
              <a:t>Problem Statement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000" dirty="0"/>
              <a:t>Objective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000" dirty="0"/>
              <a:t>Microservices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000" dirty="0"/>
              <a:t>Project Overview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000" dirty="0"/>
              <a:t>Onboarding-Architecture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000" dirty="0"/>
              <a:t>Project Flow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000" dirty="0"/>
              <a:t>Technology and Tools used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000" dirty="0"/>
              <a:t>Challenges 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000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7567503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 descr="A person writing on a piece of paper&#10;&#10;Description automatically generated with medium confidence">
            <a:extLst>
              <a:ext uri="{FF2B5EF4-FFF2-40B4-BE49-F238E27FC236}">
                <a16:creationId xmlns:a16="http://schemas.microsoft.com/office/drawing/2014/main" id="{4E776059-6F6A-4F72-BCEB-16969066C2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62" r="34132" b="1707"/>
          <a:stretch/>
        </p:blipFill>
        <p:spPr>
          <a:xfrm>
            <a:off x="5054884" y="10"/>
            <a:ext cx="7137115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609066-6BD9-40E5-836C-12F9004F9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4992016" cy="112471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Problem Statement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1380F7-B3C7-4BD9-854F-18ACE90323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71093" y="2718054"/>
            <a:ext cx="5187226" cy="373637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n-US" sz="2000" dirty="0"/>
              <a:t>Add here….</a:t>
            </a:r>
          </a:p>
        </p:txBody>
      </p:sp>
    </p:spTree>
    <p:extLst>
      <p:ext uri="{BB962C8B-B14F-4D97-AF65-F5344CB8AC3E}">
        <p14:creationId xmlns:p14="http://schemas.microsoft.com/office/powerpoint/2010/main" val="30565037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ACE0FC-AEF5-452B-86E0-12CDAE36B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70"/>
            <a:ext cx="4368602" cy="159719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Objective</a:t>
            </a:r>
          </a:p>
        </p:txBody>
      </p:sp>
      <p:sp>
        <p:nvSpPr>
          <p:cNvPr id="13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E97720-1053-45A5-8DA3-BD943467FD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872899"/>
            <a:ext cx="4455902" cy="3320668"/>
          </a:xfrm>
        </p:spPr>
        <p:txBody>
          <a:bodyPr vert="horz" lIns="91440" tIns="45720" rIns="91440" bIns="45720" rtlCol="0">
            <a:normAutofit/>
          </a:bodyPr>
          <a:lstStyle/>
          <a:p>
            <a:pPr algn="just"/>
            <a:r>
              <a:rPr lang="en-US" sz="2200" dirty="0"/>
              <a:t>The Main objective of this project is to ….</a:t>
            </a:r>
          </a:p>
        </p:txBody>
      </p:sp>
      <p:pic>
        <p:nvPicPr>
          <p:cNvPr id="6" name="Content Placeholder 5" descr="A picture containing diagram&#10;&#10;Description automatically generated">
            <a:extLst>
              <a:ext uri="{FF2B5EF4-FFF2-40B4-BE49-F238E27FC236}">
                <a16:creationId xmlns:a16="http://schemas.microsoft.com/office/drawing/2014/main" id="{A252B5AC-D9DD-43C7-AB9C-57CB06D964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035" b="-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739869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81E7530-396C-45F0-92F4-A885648D16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 descr="Graphical user interface&#10;&#10;Description automatically generated">
            <a:extLst>
              <a:ext uri="{FF2B5EF4-FFF2-40B4-BE49-F238E27FC236}">
                <a16:creationId xmlns:a16="http://schemas.microsoft.com/office/drawing/2014/main" id="{DD391A0A-82E4-416F-AACD-EAD68801B1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9" r="1" b="11032"/>
          <a:stretch/>
        </p:blipFill>
        <p:spPr>
          <a:xfrm>
            <a:off x="603671" y="-1"/>
            <a:ext cx="11588329" cy="685799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316481C-0A49-4796-812B-0D64F063B7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5419898" cy="6858000"/>
          </a:xfrm>
          <a:prstGeom prst="rect">
            <a:avLst/>
          </a:prstGeom>
          <a:solidFill>
            <a:schemeClr val="tx1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54FAFD-34C9-4067-ABDC-75C09E6BB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6649" y="721805"/>
            <a:ext cx="3874686" cy="21475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Microservices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5271697-90F1-4A23-8EF2-0179F2EAF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"/>
            <a:ext cx="606972" cy="323398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1DE8B58-F373-409E-A253-4380A6609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88720" y="73152"/>
            <a:ext cx="1178966" cy="232963"/>
            <a:chOff x="1188720" y="73152"/>
            <a:chExt cx="1178966" cy="232963"/>
          </a:xfrm>
        </p:grpSpPr>
        <p:sp>
          <p:nvSpPr>
            <p:cNvPr id="18" name="Rectangle 64">
              <a:extLst>
                <a:ext uri="{FF2B5EF4-FFF2-40B4-BE49-F238E27FC236}">
                  <a16:creationId xmlns:a16="http://schemas.microsoft.com/office/drawing/2014/main" id="{F5ACE265-D22D-48CC-99DE-EB81AE9229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88541" y="73152"/>
              <a:ext cx="54368" cy="592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66">
              <a:extLst>
                <a:ext uri="{FF2B5EF4-FFF2-40B4-BE49-F238E27FC236}">
                  <a16:creationId xmlns:a16="http://schemas.microsoft.com/office/drawing/2014/main" id="{6FE80EEA-F4ED-4436-8861-0BEAAEFE76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88541" y="246888"/>
              <a:ext cx="54368" cy="592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64">
              <a:extLst>
                <a:ext uri="{FF2B5EF4-FFF2-40B4-BE49-F238E27FC236}">
                  <a16:creationId xmlns:a16="http://schemas.microsoft.com/office/drawing/2014/main" id="{C3642BC8-86E8-47D0-8846-3E4D49E4B4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3586" y="73152"/>
              <a:ext cx="54368" cy="592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66">
              <a:extLst>
                <a:ext uri="{FF2B5EF4-FFF2-40B4-BE49-F238E27FC236}">
                  <a16:creationId xmlns:a16="http://schemas.microsoft.com/office/drawing/2014/main" id="{82D35214-3634-4180-BF0E-45B6145161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3586" y="246888"/>
              <a:ext cx="54368" cy="592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64">
              <a:extLst>
                <a:ext uri="{FF2B5EF4-FFF2-40B4-BE49-F238E27FC236}">
                  <a16:creationId xmlns:a16="http://schemas.microsoft.com/office/drawing/2014/main" id="{15BE89E6-3D1C-42B5-A950-E72889F8BB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438631" y="73152"/>
              <a:ext cx="54368" cy="592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66">
              <a:extLst>
                <a:ext uri="{FF2B5EF4-FFF2-40B4-BE49-F238E27FC236}">
                  <a16:creationId xmlns:a16="http://schemas.microsoft.com/office/drawing/2014/main" id="{473771CC-5097-4E08-9606-24B0BC9A0D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438631" y="246888"/>
              <a:ext cx="54368" cy="592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64">
              <a:extLst>
                <a:ext uri="{FF2B5EF4-FFF2-40B4-BE49-F238E27FC236}">
                  <a16:creationId xmlns:a16="http://schemas.microsoft.com/office/drawing/2014/main" id="{BE872634-00DA-47BD-880D-5C05FFADCC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3675" y="73152"/>
              <a:ext cx="54368" cy="592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66">
              <a:extLst>
                <a:ext uri="{FF2B5EF4-FFF2-40B4-BE49-F238E27FC236}">
                  <a16:creationId xmlns:a16="http://schemas.microsoft.com/office/drawing/2014/main" id="{4F151F5C-DE9B-460E-BC51-471F4A8A5A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3675" y="246888"/>
              <a:ext cx="54368" cy="592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64">
              <a:extLst>
                <a:ext uri="{FF2B5EF4-FFF2-40B4-BE49-F238E27FC236}">
                  <a16:creationId xmlns:a16="http://schemas.microsoft.com/office/drawing/2014/main" id="{34557B8A-4D2F-4D0D-B746-59EA85318C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88720" y="73152"/>
              <a:ext cx="54368" cy="592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66">
              <a:extLst>
                <a:ext uri="{FF2B5EF4-FFF2-40B4-BE49-F238E27FC236}">
                  <a16:creationId xmlns:a16="http://schemas.microsoft.com/office/drawing/2014/main" id="{C764CD8E-E409-4E9B-8E87-746DDE36D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88720" y="246888"/>
              <a:ext cx="54368" cy="592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64">
              <a:extLst>
                <a:ext uri="{FF2B5EF4-FFF2-40B4-BE49-F238E27FC236}">
                  <a16:creationId xmlns:a16="http://schemas.microsoft.com/office/drawing/2014/main" id="{8E27A01D-2F01-4286-9453-3FBF6E848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13318" y="73152"/>
              <a:ext cx="54368" cy="592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66">
              <a:extLst>
                <a:ext uri="{FF2B5EF4-FFF2-40B4-BE49-F238E27FC236}">
                  <a16:creationId xmlns:a16="http://schemas.microsoft.com/office/drawing/2014/main" id="{460487A5-12EB-422E-9588-8FF06FAF73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13318" y="246888"/>
              <a:ext cx="54368" cy="592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64">
              <a:extLst>
                <a:ext uri="{FF2B5EF4-FFF2-40B4-BE49-F238E27FC236}">
                  <a16:creationId xmlns:a16="http://schemas.microsoft.com/office/drawing/2014/main" id="{7D522D20-C9F7-4B34-9066-4B43ADAAB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188363" y="73152"/>
              <a:ext cx="54368" cy="592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66">
              <a:extLst>
                <a:ext uri="{FF2B5EF4-FFF2-40B4-BE49-F238E27FC236}">
                  <a16:creationId xmlns:a16="http://schemas.microsoft.com/office/drawing/2014/main" id="{97B04F2C-295B-447A-8941-0AD4F55516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188363" y="246888"/>
              <a:ext cx="54368" cy="592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64">
              <a:extLst>
                <a:ext uri="{FF2B5EF4-FFF2-40B4-BE49-F238E27FC236}">
                  <a16:creationId xmlns:a16="http://schemas.microsoft.com/office/drawing/2014/main" id="{17D7FF91-B366-4534-B9B4-5710926EE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063408" y="73152"/>
              <a:ext cx="54368" cy="592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66">
              <a:extLst>
                <a:ext uri="{FF2B5EF4-FFF2-40B4-BE49-F238E27FC236}">
                  <a16:creationId xmlns:a16="http://schemas.microsoft.com/office/drawing/2014/main" id="{B5B8116C-ADD9-4826-9C37-270377E8F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063408" y="246888"/>
              <a:ext cx="54368" cy="592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64">
              <a:extLst>
                <a:ext uri="{FF2B5EF4-FFF2-40B4-BE49-F238E27FC236}">
                  <a16:creationId xmlns:a16="http://schemas.microsoft.com/office/drawing/2014/main" id="{22D01D96-8DB8-40BF-83AC-4CA49EC263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8452" y="73152"/>
              <a:ext cx="54368" cy="592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66">
              <a:extLst>
                <a:ext uri="{FF2B5EF4-FFF2-40B4-BE49-F238E27FC236}">
                  <a16:creationId xmlns:a16="http://schemas.microsoft.com/office/drawing/2014/main" id="{44B584CD-5E60-4B15-847C-B30D15DA1A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8452" y="246888"/>
              <a:ext cx="54368" cy="592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64">
              <a:extLst>
                <a:ext uri="{FF2B5EF4-FFF2-40B4-BE49-F238E27FC236}">
                  <a16:creationId xmlns:a16="http://schemas.microsoft.com/office/drawing/2014/main" id="{CF2BB7DC-B968-4F0B-9748-BF0E6E297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13497" y="73152"/>
              <a:ext cx="54368" cy="592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66">
              <a:extLst>
                <a:ext uri="{FF2B5EF4-FFF2-40B4-BE49-F238E27FC236}">
                  <a16:creationId xmlns:a16="http://schemas.microsoft.com/office/drawing/2014/main" id="{CF12C159-3F09-4861-9450-ECD5DB310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13497" y="246888"/>
              <a:ext cx="54368" cy="592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D9F5512A-48E1-4C07-B75E-3CCC517B6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3233984"/>
            <a:ext cx="606972" cy="36240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02C881-FC05-4C20-A53D-6DEC032964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66649" y="2434975"/>
            <a:ext cx="3874685" cy="41313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1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2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3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2421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16F9E488-0718-4E1E-9D12-26779F606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9BE6F6B-19BD-443C-8FB0-FA45F13F9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539505" cy="6857542"/>
          </a:xfrm>
          <a:custGeom>
            <a:avLst/>
            <a:gdLst>
              <a:gd name="connsiteX0" fmla="*/ 0 w 7539505"/>
              <a:gd name="connsiteY0" fmla="*/ 0 h 6857542"/>
              <a:gd name="connsiteX1" fmla="*/ 6392832 w 7539505"/>
              <a:gd name="connsiteY1" fmla="*/ 0 h 6857542"/>
              <a:gd name="connsiteX2" fmla="*/ 6405479 w 7539505"/>
              <a:gd name="connsiteY2" fmla="*/ 31774 h 6857542"/>
              <a:gd name="connsiteX3" fmla="*/ 7460487 w 7539505"/>
              <a:gd name="connsiteY3" fmla="*/ 2682457 h 6857542"/>
              <a:gd name="connsiteX4" fmla="*/ 7460487 w 7539505"/>
              <a:gd name="connsiteY4" fmla="*/ 3752208 h 6857542"/>
              <a:gd name="connsiteX5" fmla="*/ 6302983 w 7539505"/>
              <a:gd name="connsiteY5" fmla="*/ 6660411 h 6857542"/>
              <a:gd name="connsiteX6" fmla="*/ 6224521 w 7539505"/>
              <a:gd name="connsiteY6" fmla="*/ 6857542 h 6857542"/>
              <a:gd name="connsiteX7" fmla="*/ 0 w 7539505"/>
              <a:gd name="connsiteY7" fmla="*/ 6857542 h 6857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39505" h="6857542">
                <a:moveTo>
                  <a:pt x="0" y="0"/>
                </a:moveTo>
                <a:lnTo>
                  <a:pt x="6392832" y="0"/>
                </a:lnTo>
                <a:lnTo>
                  <a:pt x="6405479" y="31774"/>
                </a:lnTo>
                <a:cubicBezTo>
                  <a:pt x="7460487" y="2682457"/>
                  <a:pt x="7460487" y="2682457"/>
                  <a:pt x="7460487" y="2682457"/>
                </a:cubicBezTo>
                <a:cubicBezTo>
                  <a:pt x="7565845" y="2988100"/>
                  <a:pt x="7565845" y="3446565"/>
                  <a:pt x="7460487" y="3752208"/>
                </a:cubicBezTo>
                <a:cubicBezTo>
                  <a:pt x="6976500" y="4968215"/>
                  <a:pt x="6598385" y="5918220"/>
                  <a:pt x="6302983" y="6660411"/>
                </a:cubicBezTo>
                <a:lnTo>
                  <a:pt x="6224521" y="6857542"/>
                </a:lnTo>
                <a:lnTo>
                  <a:pt x="0" y="685754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2AAE609-C327-4952-BB48-254E9015A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293178" y="681628"/>
            <a:ext cx="1562267" cy="1172973"/>
            <a:chOff x="7493121" y="1000124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94F06CAB-1C7B-4E12-B1B8-5F7067FDAD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3121" y="1348782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48448472-893D-4CE9-9024-B0F79813B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293221" y="1000124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3AE4408-1468-4B93-AA8C-49E03BB66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14" y="1270007"/>
            <a:ext cx="5845097" cy="431798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7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Project Overview</a:t>
            </a:r>
          </a:p>
        </p:txBody>
      </p:sp>
    </p:spTree>
    <p:extLst>
      <p:ext uri="{BB962C8B-B14F-4D97-AF65-F5344CB8AC3E}">
        <p14:creationId xmlns:p14="http://schemas.microsoft.com/office/powerpoint/2010/main" val="3444262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4BA5B-FC38-4608-917F-F9CFD483C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Overview</a:t>
            </a:r>
            <a:endParaRPr lang="en-IN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5282A10-A730-4E40-9844-F4EF682F9C85}"/>
              </a:ext>
            </a:extLst>
          </p:cNvPr>
          <p:cNvGrpSpPr/>
          <p:nvPr/>
        </p:nvGrpSpPr>
        <p:grpSpPr>
          <a:xfrm>
            <a:off x="1232899" y="3544584"/>
            <a:ext cx="1582220" cy="915927"/>
            <a:chOff x="3340101" y="0"/>
            <a:chExt cx="1116993" cy="740638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1FA91C8-2DB7-4423-9CE6-2733BEF694E3}"/>
                </a:ext>
              </a:extLst>
            </p:cNvPr>
            <p:cNvSpPr/>
            <p:nvPr/>
          </p:nvSpPr>
          <p:spPr>
            <a:xfrm>
              <a:off x="3340101" y="0"/>
              <a:ext cx="1116993" cy="740638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Oval 4">
              <a:extLst>
                <a:ext uri="{FF2B5EF4-FFF2-40B4-BE49-F238E27FC236}">
                  <a16:creationId xmlns:a16="http://schemas.microsoft.com/office/drawing/2014/main" id="{9D54444B-D48F-4711-BA5F-E0669FDB033A}"/>
                </a:ext>
              </a:extLst>
            </p:cNvPr>
            <p:cNvSpPr txBox="1"/>
            <p:nvPr/>
          </p:nvSpPr>
          <p:spPr>
            <a:xfrm>
              <a:off x="3503681" y="108464"/>
              <a:ext cx="789833" cy="52371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525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500" kern="1200" dirty="0"/>
                <a:t>Home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06682B26-6C3B-42E0-AC16-D7ACCE8F5008}"/>
              </a:ext>
            </a:extLst>
          </p:cNvPr>
          <p:cNvGrpSpPr/>
          <p:nvPr/>
        </p:nvGrpSpPr>
        <p:grpSpPr>
          <a:xfrm>
            <a:off x="3438767" y="2493445"/>
            <a:ext cx="1116993" cy="740638"/>
            <a:chOff x="3340101" y="0"/>
            <a:chExt cx="1116993" cy="740638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7667FC8-0644-40EF-B0F8-0B0C3A3A476D}"/>
                </a:ext>
              </a:extLst>
            </p:cNvPr>
            <p:cNvSpPr/>
            <p:nvPr/>
          </p:nvSpPr>
          <p:spPr>
            <a:xfrm>
              <a:off x="3340101" y="0"/>
              <a:ext cx="1116993" cy="740638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" name="Oval 4">
              <a:extLst>
                <a:ext uri="{FF2B5EF4-FFF2-40B4-BE49-F238E27FC236}">
                  <a16:creationId xmlns:a16="http://schemas.microsoft.com/office/drawing/2014/main" id="{81B573DA-B4C8-42B2-BDB6-3DA353266BB7}"/>
                </a:ext>
              </a:extLst>
            </p:cNvPr>
            <p:cNvSpPr txBox="1"/>
            <p:nvPr/>
          </p:nvSpPr>
          <p:spPr>
            <a:xfrm>
              <a:off x="3503681" y="108464"/>
              <a:ext cx="789833" cy="52371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525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500" kern="1200" dirty="0"/>
                <a:t>Login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7EB7A1CA-3FD0-477D-8C0A-4BD61DA00C67}"/>
              </a:ext>
            </a:extLst>
          </p:cNvPr>
          <p:cNvGrpSpPr/>
          <p:nvPr/>
        </p:nvGrpSpPr>
        <p:grpSpPr>
          <a:xfrm>
            <a:off x="3438765" y="5063828"/>
            <a:ext cx="1116993" cy="740638"/>
            <a:chOff x="3340101" y="0"/>
            <a:chExt cx="1116993" cy="740638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9D4AB6D-01F8-4F3C-8A73-95C14A36DF01}"/>
                </a:ext>
              </a:extLst>
            </p:cNvPr>
            <p:cNvSpPr/>
            <p:nvPr/>
          </p:nvSpPr>
          <p:spPr>
            <a:xfrm>
              <a:off x="3340101" y="0"/>
              <a:ext cx="1116993" cy="740638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Oval 4">
              <a:extLst>
                <a:ext uri="{FF2B5EF4-FFF2-40B4-BE49-F238E27FC236}">
                  <a16:creationId xmlns:a16="http://schemas.microsoft.com/office/drawing/2014/main" id="{C3F4D10B-E0C9-4AB6-8E6B-A28ECBED59BB}"/>
                </a:ext>
              </a:extLst>
            </p:cNvPr>
            <p:cNvSpPr txBox="1"/>
            <p:nvPr/>
          </p:nvSpPr>
          <p:spPr>
            <a:xfrm>
              <a:off x="3503681" y="108464"/>
              <a:ext cx="789833" cy="52371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525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500" kern="1200" dirty="0"/>
                <a:t>Search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E8B0A2D-9D27-41AB-98A5-8BFA6D0AE967}"/>
              </a:ext>
            </a:extLst>
          </p:cNvPr>
          <p:cNvGrpSpPr/>
          <p:nvPr/>
        </p:nvGrpSpPr>
        <p:grpSpPr>
          <a:xfrm>
            <a:off x="3438765" y="3719873"/>
            <a:ext cx="1116993" cy="740638"/>
            <a:chOff x="3340101" y="0"/>
            <a:chExt cx="1116993" cy="740638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B289BBA-48A4-46C8-A58E-1A8BDD2DD9D2}"/>
                </a:ext>
              </a:extLst>
            </p:cNvPr>
            <p:cNvSpPr/>
            <p:nvPr/>
          </p:nvSpPr>
          <p:spPr>
            <a:xfrm>
              <a:off x="3340101" y="0"/>
              <a:ext cx="1116993" cy="740638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Oval 4">
              <a:extLst>
                <a:ext uri="{FF2B5EF4-FFF2-40B4-BE49-F238E27FC236}">
                  <a16:creationId xmlns:a16="http://schemas.microsoft.com/office/drawing/2014/main" id="{1BAA7E01-828E-4668-A9CF-D1350B559510}"/>
                </a:ext>
              </a:extLst>
            </p:cNvPr>
            <p:cNvSpPr txBox="1"/>
            <p:nvPr/>
          </p:nvSpPr>
          <p:spPr>
            <a:xfrm>
              <a:off x="3503681" y="108464"/>
              <a:ext cx="789833" cy="52371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525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500" kern="1200" dirty="0"/>
                <a:t>Register</a:t>
              </a:r>
            </a:p>
          </p:txBody>
        </p:sp>
      </p:grp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F153FB2C-3CD5-4447-BFC7-7AC8C6664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7937" y="5696002"/>
            <a:ext cx="1839362" cy="8302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1800" dirty="0"/>
              <a:t>External API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E442FB1-54B2-4564-97B4-97459C025DA8}"/>
              </a:ext>
            </a:extLst>
          </p:cNvPr>
          <p:cNvGrpSpPr/>
          <p:nvPr/>
        </p:nvGrpSpPr>
        <p:grpSpPr>
          <a:xfrm>
            <a:off x="9077216" y="907972"/>
            <a:ext cx="1116993" cy="740638"/>
            <a:chOff x="3340101" y="0"/>
            <a:chExt cx="1116993" cy="740638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F08262AA-4BA6-4CFF-89D8-6FDDF5C5E5B2}"/>
                </a:ext>
              </a:extLst>
            </p:cNvPr>
            <p:cNvSpPr/>
            <p:nvPr/>
          </p:nvSpPr>
          <p:spPr>
            <a:xfrm>
              <a:off x="3340101" y="0"/>
              <a:ext cx="1116993" cy="740638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9" name="Oval 4">
              <a:extLst>
                <a:ext uri="{FF2B5EF4-FFF2-40B4-BE49-F238E27FC236}">
                  <a16:creationId xmlns:a16="http://schemas.microsoft.com/office/drawing/2014/main" id="{05B45DC0-D746-45F1-AE3F-21A1AD67255C}"/>
                </a:ext>
              </a:extLst>
            </p:cNvPr>
            <p:cNvSpPr txBox="1"/>
            <p:nvPr/>
          </p:nvSpPr>
          <p:spPr>
            <a:xfrm>
              <a:off x="3445207" y="108464"/>
              <a:ext cx="906780" cy="52371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525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500" kern="1200" dirty="0"/>
                <a:t>Watchlist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7AC262C-4E5D-43E6-AF8C-9377127524C7}"/>
              </a:ext>
            </a:extLst>
          </p:cNvPr>
          <p:cNvGrpSpPr/>
          <p:nvPr/>
        </p:nvGrpSpPr>
        <p:grpSpPr>
          <a:xfrm>
            <a:off x="7960265" y="2220980"/>
            <a:ext cx="938755" cy="2235607"/>
            <a:chOff x="1" y="-1"/>
            <a:chExt cx="938755" cy="2235607"/>
          </a:xfrm>
        </p:grpSpPr>
        <p:sp>
          <p:nvSpPr>
            <p:cNvPr id="21" name="Flowchart: Manual Operation 20">
              <a:extLst>
                <a:ext uri="{FF2B5EF4-FFF2-40B4-BE49-F238E27FC236}">
                  <a16:creationId xmlns:a16="http://schemas.microsoft.com/office/drawing/2014/main" id="{CD458B04-AB10-414D-A6DA-559FBE570BF1}"/>
                </a:ext>
              </a:extLst>
            </p:cNvPr>
            <p:cNvSpPr/>
            <p:nvPr/>
          </p:nvSpPr>
          <p:spPr>
            <a:xfrm rot="16200000">
              <a:off x="-648425" y="648425"/>
              <a:ext cx="2235607" cy="938755"/>
            </a:xfrm>
            <a:prstGeom prst="flowChartManualOperati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2" name="Flowchart: Manual Operation 4">
              <a:extLst>
                <a:ext uri="{FF2B5EF4-FFF2-40B4-BE49-F238E27FC236}">
                  <a16:creationId xmlns:a16="http://schemas.microsoft.com/office/drawing/2014/main" id="{9D08E36A-3CBC-4C96-940E-EC8DCA58D91F}"/>
                </a:ext>
              </a:extLst>
            </p:cNvPr>
            <p:cNvSpPr txBox="1"/>
            <p:nvPr/>
          </p:nvSpPr>
          <p:spPr>
            <a:xfrm rot="21600000">
              <a:off x="1" y="447120"/>
              <a:ext cx="938755" cy="134136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0" tIns="0" rIns="63500" bIns="0" numCol="1" spcCol="1270" anchor="ctr" anchorCtr="0">
              <a:noAutofit/>
            </a:bodyPr>
            <a:lstStyle/>
            <a:p>
              <a:pPr marL="0" lvl="0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000" b="0" i="0" kern="1200" dirty="0" err="1"/>
                <a:t>CovidCases</a:t>
              </a:r>
              <a:endParaRPr lang="en-US" sz="1000" b="0" i="0" kern="1200" dirty="0"/>
            </a:p>
            <a:p>
              <a:pPr marL="0" lvl="0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000" b="0" i="0" kern="1200" dirty="0"/>
                <a:t>API</a:t>
              </a:r>
              <a:endParaRPr lang="en-US" sz="1000" kern="1200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7CE9D64-4FD0-4B9E-ADD3-18EA08B31949}"/>
              </a:ext>
            </a:extLst>
          </p:cNvPr>
          <p:cNvGrpSpPr/>
          <p:nvPr/>
        </p:nvGrpSpPr>
        <p:grpSpPr>
          <a:xfrm>
            <a:off x="8975998" y="2218273"/>
            <a:ext cx="938755" cy="2235607"/>
            <a:chOff x="1" y="-1"/>
            <a:chExt cx="938755" cy="2235607"/>
          </a:xfrm>
        </p:grpSpPr>
        <p:sp>
          <p:nvSpPr>
            <p:cNvPr id="24" name="Flowchart: Manual Operation 23">
              <a:extLst>
                <a:ext uri="{FF2B5EF4-FFF2-40B4-BE49-F238E27FC236}">
                  <a16:creationId xmlns:a16="http://schemas.microsoft.com/office/drawing/2014/main" id="{06025331-63E5-402B-BE0C-2F6FABD2EFD0}"/>
                </a:ext>
              </a:extLst>
            </p:cNvPr>
            <p:cNvSpPr/>
            <p:nvPr/>
          </p:nvSpPr>
          <p:spPr>
            <a:xfrm rot="16200000">
              <a:off x="-648425" y="648425"/>
              <a:ext cx="2235607" cy="938755"/>
            </a:xfrm>
            <a:prstGeom prst="flowChartManualOperati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5" name="Flowchart: Manual Operation 4">
              <a:extLst>
                <a:ext uri="{FF2B5EF4-FFF2-40B4-BE49-F238E27FC236}">
                  <a16:creationId xmlns:a16="http://schemas.microsoft.com/office/drawing/2014/main" id="{6E038A19-610C-48DD-A2A2-EBCBD2996262}"/>
                </a:ext>
              </a:extLst>
            </p:cNvPr>
            <p:cNvSpPr txBox="1"/>
            <p:nvPr/>
          </p:nvSpPr>
          <p:spPr>
            <a:xfrm rot="21600000">
              <a:off x="1" y="447120"/>
              <a:ext cx="938755" cy="134136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0" tIns="0" rIns="63500" bIns="0" numCol="1" spcCol="1270" anchor="ctr" anchorCtr="0">
              <a:noAutofit/>
            </a:bodyPr>
            <a:lstStyle/>
            <a:p>
              <a:pPr marL="0" lvl="0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000" b="0" i="0" kern="1200" dirty="0"/>
                <a:t>Vaccination</a:t>
              </a:r>
            </a:p>
            <a:p>
              <a:pPr marL="0" lvl="0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000" b="0" i="0" kern="1200" dirty="0"/>
                <a:t>API</a:t>
              </a:r>
              <a:endParaRPr lang="en-US" sz="1000" kern="1200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A504E5E-2869-4C0C-B573-04F2441BC200}"/>
              </a:ext>
            </a:extLst>
          </p:cNvPr>
          <p:cNvGrpSpPr/>
          <p:nvPr/>
        </p:nvGrpSpPr>
        <p:grpSpPr>
          <a:xfrm>
            <a:off x="9991731" y="2218272"/>
            <a:ext cx="938755" cy="2235607"/>
            <a:chOff x="1" y="-1"/>
            <a:chExt cx="938755" cy="2235607"/>
          </a:xfrm>
        </p:grpSpPr>
        <p:sp>
          <p:nvSpPr>
            <p:cNvPr id="27" name="Flowchart: Manual Operation 26">
              <a:extLst>
                <a:ext uri="{FF2B5EF4-FFF2-40B4-BE49-F238E27FC236}">
                  <a16:creationId xmlns:a16="http://schemas.microsoft.com/office/drawing/2014/main" id="{5853F8BF-16FC-4EC9-93F1-45D399F1EACE}"/>
                </a:ext>
              </a:extLst>
            </p:cNvPr>
            <p:cNvSpPr/>
            <p:nvPr/>
          </p:nvSpPr>
          <p:spPr>
            <a:xfrm rot="16200000">
              <a:off x="-648425" y="648425"/>
              <a:ext cx="2235607" cy="938755"/>
            </a:xfrm>
            <a:prstGeom prst="flowChartManualOperati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8" name="Flowchart: Manual Operation 4">
              <a:extLst>
                <a:ext uri="{FF2B5EF4-FFF2-40B4-BE49-F238E27FC236}">
                  <a16:creationId xmlns:a16="http://schemas.microsoft.com/office/drawing/2014/main" id="{36978FCD-12D3-44CE-8574-8D5F44C10101}"/>
                </a:ext>
              </a:extLst>
            </p:cNvPr>
            <p:cNvSpPr txBox="1"/>
            <p:nvPr/>
          </p:nvSpPr>
          <p:spPr>
            <a:xfrm rot="21600000">
              <a:off x="1" y="447120"/>
              <a:ext cx="938755" cy="134136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0" tIns="0" rIns="63500" bIns="0" numCol="1" spcCol="1270" anchor="ctr" anchorCtr="0">
              <a:noAutofit/>
            </a:bodyPr>
            <a:lstStyle/>
            <a:p>
              <a:pPr marL="0" lvl="0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000" b="0" i="0" kern="1200" dirty="0" err="1"/>
                <a:t>CovidTest</a:t>
              </a:r>
              <a:endParaRPr lang="en-US" sz="1000" b="0" i="0" kern="1200" dirty="0"/>
            </a:p>
            <a:p>
              <a:pPr marL="0" lvl="0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000" b="0" i="0" kern="1200" dirty="0"/>
                <a:t>API</a:t>
              </a:r>
              <a:endParaRPr lang="en-US" sz="1000" kern="1200" dirty="0"/>
            </a:p>
          </p:txBody>
        </p:sp>
      </p:grpSp>
      <p:sp>
        <p:nvSpPr>
          <p:cNvPr id="29" name="Cylinder 28">
            <a:extLst>
              <a:ext uri="{FF2B5EF4-FFF2-40B4-BE49-F238E27FC236}">
                <a16:creationId xmlns:a16="http://schemas.microsoft.com/office/drawing/2014/main" id="{9578DCC2-B05F-43E7-84CB-91DFDB410238}"/>
              </a:ext>
            </a:extLst>
          </p:cNvPr>
          <p:cNvSpPr/>
          <p:nvPr/>
        </p:nvSpPr>
        <p:spPr>
          <a:xfrm>
            <a:off x="9991731" y="5434147"/>
            <a:ext cx="729974" cy="89985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SQL</a:t>
            </a:r>
          </a:p>
          <a:p>
            <a:pPr algn="ctr"/>
            <a:r>
              <a:rPr lang="en-US" dirty="0"/>
              <a:t>Server</a:t>
            </a:r>
          </a:p>
        </p:txBody>
      </p:sp>
      <p:sp>
        <p:nvSpPr>
          <p:cNvPr id="30" name="Cylinder 29">
            <a:extLst>
              <a:ext uri="{FF2B5EF4-FFF2-40B4-BE49-F238E27FC236}">
                <a16:creationId xmlns:a16="http://schemas.microsoft.com/office/drawing/2014/main" id="{2D830505-9AB9-45A5-8EE3-6117A819C617}"/>
              </a:ext>
            </a:extLst>
          </p:cNvPr>
          <p:cNvSpPr/>
          <p:nvPr/>
        </p:nvSpPr>
        <p:spPr>
          <a:xfrm>
            <a:off x="8975998" y="5434147"/>
            <a:ext cx="729974" cy="89985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SQL</a:t>
            </a:r>
          </a:p>
          <a:p>
            <a:pPr algn="ctr"/>
            <a:r>
              <a:rPr lang="en-US" dirty="0"/>
              <a:t>Server</a:t>
            </a:r>
          </a:p>
        </p:txBody>
      </p:sp>
      <p:sp>
        <p:nvSpPr>
          <p:cNvPr id="31" name="Cylinder 30">
            <a:extLst>
              <a:ext uri="{FF2B5EF4-FFF2-40B4-BE49-F238E27FC236}">
                <a16:creationId xmlns:a16="http://schemas.microsoft.com/office/drawing/2014/main" id="{6562A9CA-5667-4F66-8D9D-FEBED5DDC5D3}"/>
              </a:ext>
            </a:extLst>
          </p:cNvPr>
          <p:cNvSpPr/>
          <p:nvPr/>
        </p:nvSpPr>
        <p:spPr>
          <a:xfrm>
            <a:off x="7960265" y="5449891"/>
            <a:ext cx="729974" cy="89985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SQL</a:t>
            </a:r>
          </a:p>
          <a:p>
            <a:pPr algn="ctr"/>
            <a:r>
              <a:rPr lang="en-US" dirty="0"/>
              <a:t>Server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2907F24-4F38-4443-8B40-5FE5305AA3AD}"/>
              </a:ext>
            </a:extLst>
          </p:cNvPr>
          <p:cNvCxnSpPr>
            <a:cxnSpLocks/>
          </p:cNvCxnSpPr>
          <p:nvPr/>
        </p:nvCxnSpPr>
        <p:spPr>
          <a:xfrm>
            <a:off x="2815119" y="4091270"/>
            <a:ext cx="601581" cy="0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CE00AC4-CBF8-4700-80CA-AF8CB14B1AA0}"/>
              </a:ext>
            </a:extLst>
          </p:cNvPr>
          <p:cNvCxnSpPr>
            <a:cxnSpLocks/>
          </p:cNvCxnSpPr>
          <p:nvPr/>
        </p:nvCxnSpPr>
        <p:spPr>
          <a:xfrm>
            <a:off x="2651527" y="4496053"/>
            <a:ext cx="636203" cy="567775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E67B451-ECBE-49E0-AFED-41B153CC4CFD}"/>
              </a:ext>
            </a:extLst>
          </p:cNvPr>
          <p:cNvCxnSpPr>
            <a:cxnSpLocks/>
          </p:cNvCxnSpPr>
          <p:nvPr/>
        </p:nvCxnSpPr>
        <p:spPr>
          <a:xfrm flipV="1">
            <a:off x="2651527" y="3158971"/>
            <a:ext cx="765173" cy="417312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2523DC2-1563-46A7-9668-F33D96D09DEE}"/>
              </a:ext>
            </a:extLst>
          </p:cNvPr>
          <p:cNvCxnSpPr>
            <a:cxnSpLocks/>
          </p:cNvCxnSpPr>
          <p:nvPr/>
        </p:nvCxnSpPr>
        <p:spPr>
          <a:xfrm>
            <a:off x="10350282" y="4326376"/>
            <a:ext cx="6436" cy="1017899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BD7A42A-B63D-4645-8805-53AC9A95856E}"/>
              </a:ext>
            </a:extLst>
          </p:cNvPr>
          <p:cNvCxnSpPr>
            <a:cxnSpLocks/>
          </p:cNvCxnSpPr>
          <p:nvPr/>
        </p:nvCxnSpPr>
        <p:spPr>
          <a:xfrm>
            <a:off x="9340985" y="4326376"/>
            <a:ext cx="0" cy="1017899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49C6420-2CB0-4516-BD7B-D85B4D417FC2}"/>
              </a:ext>
            </a:extLst>
          </p:cNvPr>
          <p:cNvCxnSpPr>
            <a:cxnSpLocks/>
          </p:cNvCxnSpPr>
          <p:nvPr/>
        </p:nvCxnSpPr>
        <p:spPr>
          <a:xfrm>
            <a:off x="8325252" y="4326376"/>
            <a:ext cx="0" cy="1017899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2391165-504E-4A1F-8B36-4BE8B68F62CC}"/>
              </a:ext>
            </a:extLst>
          </p:cNvPr>
          <p:cNvCxnSpPr>
            <a:cxnSpLocks/>
          </p:cNvCxnSpPr>
          <p:nvPr/>
        </p:nvCxnSpPr>
        <p:spPr>
          <a:xfrm>
            <a:off x="7020420" y="2907750"/>
            <a:ext cx="777665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5EED6DE7-3BA8-427D-80DB-6C7E53BE9B65}"/>
              </a:ext>
            </a:extLst>
          </p:cNvPr>
          <p:cNvCxnSpPr>
            <a:cxnSpLocks/>
          </p:cNvCxnSpPr>
          <p:nvPr/>
        </p:nvCxnSpPr>
        <p:spPr>
          <a:xfrm>
            <a:off x="7020420" y="2687118"/>
            <a:ext cx="777665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Group 54">
            <a:extLst>
              <a:ext uri="{FF2B5EF4-FFF2-40B4-BE49-F238E27FC236}">
                <a16:creationId xmlns:a16="http://schemas.microsoft.com/office/drawing/2014/main" id="{E2687878-3D35-4372-B9D3-78C8ECB59B20}"/>
              </a:ext>
            </a:extLst>
          </p:cNvPr>
          <p:cNvGrpSpPr/>
          <p:nvPr/>
        </p:nvGrpSpPr>
        <p:grpSpPr>
          <a:xfrm>
            <a:off x="10997774" y="2216841"/>
            <a:ext cx="938755" cy="2235607"/>
            <a:chOff x="1" y="-1"/>
            <a:chExt cx="938755" cy="2235607"/>
          </a:xfrm>
        </p:grpSpPr>
        <p:sp>
          <p:nvSpPr>
            <p:cNvPr id="56" name="Flowchart: Manual Operation 55">
              <a:extLst>
                <a:ext uri="{FF2B5EF4-FFF2-40B4-BE49-F238E27FC236}">
                  <a16:creationId xmlns:a16="http://schemas.microsoft.com/office/drawing/2014/main" id="{98062E91-C614-4888-B980-9F9625F4ADAA}"/>
                </a:ext>
              </a:extLst>
            </p:cNvPr>
            <p:cNvSpPr/>
            <p:nvPr/>
          </p:nvSpPr>
          <p:spPr>
            <a:xfrm rot="16200000">
              <a:off x="-648425" y="648425"/>
              <a:ext cx="2235607" cy="938755"/>
            </a:xfrm>
            <a:prstGeom prst="flowChartManualOperati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7" name="Flowchart: Manual Operation 4">
              <a:extLst>
                <a:ext uri="{FF2B5EF4-FFF2-40B4-BE49-F238E27FC236}">
                  <a16:creationId xmlns:a16="http://schemas.microsoft.com/office/drawing/2014/main" id="{5F9C57AD-0DA8-45C4-B914-D89D1CE7F698}"/>
                </a:ext>
              </a:extLst>
            </p:cNvPr>
            <p:cNvSpPr txBox="1"/>
            <p:nvPr/>
          </p:nvSpPr>
          <p:spPr>
            <a:xfrm rot="21600000">
              <a:off x="1" y="447120"/>
              <a:ext cx="938755" cy="134136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0" tIns="0" rIns="63500" bIns="0" numCol="1" spcCol="1270" anchor="ctr" anchorCtr="0">
              <a:noAutofit/>
            </a:bodyPr>
            <a:lstStyle/>
            <a:p>
              <a:pPr marL="0" lvl="0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000" dirty="0"/>
                <a:t>Watchlist </a:t>
              </a:r>
              <a:endParaRPr lang="en-US" sz="1000" b="0" i="0" kern="1200" dirty="0"/>
            </a:p>
            <a:p>
              <a:pPr marL="0" lvl="0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000" b="0" i="0" kern="1200" dirty="0"/>
                <a:t>API</a:t>
              </a:r>
              <a:endParaRPr lang="en-US" sz="1000" kern="1200" dirty="0"/>
            </a:p>
          </p:txBody>
        </p:sp>
      </p:grp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DC049C3-8DE8-4AA0-A542-D9D73DF7C13C}"/>
              </a:ext>
            </a:extLst>
          </p:cNvPr>
          <p:cNvCxnSpPr>
            <a:cxnSpLocks/>
            <a:stCxn id="21" idx="3"/>
            <a:endCxn id="18" idx="3"/>
          </p:cNvCxnSpPr>
          <p:nvPr/>
        </p:nvCxnSpPr>
        <p:spPr>
          <a:xfrm flipV="1">
            <a:off x="8429643" y="1540146"/>
            <a:ext cx="811153" cy="904395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D1B4D65A-666D-4E1E-9D78-E0541165CE09}"/>
              </a:ext>
            </a:extLst>
          </p:cNvPr>
          <p:cNvCxnSpPr>
            <a:cxnSpLocks/>
          </p:cNvCxnSpPr>
          <p:nvPr/>
        </p:nvCxnSpPr>
        <p:spPr>
          <a:xfrm flipH="1" flipV="1">
            <a:off x="9982041" y="1582411"/>
            <a:ext cx="478799" cy="842418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9FCE2937-5251-4578-B508-C32BA803927D}"/>
              </a:ext>
            </a:extLst>
          </p:cNvPr>
          <p:cNvCxnSpPr>
            <a:cxnSpLocks/>
            <a:stCxn id="24" idx="3"/>
            <a:endCxn id="18" idx="4"/>
          </p:cNvCxnSpPr>
          <p:nvPr/>
        </p:nvCxnSpPr>
        <p:spPr>
          <a:xfrm flipV="1">
            <a:off x="9445376" y="1648610"/>
            <a:ext cx="190337" cy="793224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41ABE93B-E2DA-4535-94B6-2E0C5659A932}"/>
              </a:ext>
            </a:extLst>
          </p:cNvPr>
          <p:cNvCxnSpPr>
            <a:cxnSpLocks/>
            <a:stCxn id="56" idx="3"/>
          </p:cNvCxnSpPr>
          <p:nvPr/>
        </p:nvCxnSpPr>
        <p:spPr>
          <a:xfrm flipH="1" flipV="1">
            <a:off x="10286767" y="1354183"/>
            <a:ext cx="1180385" cy="1086219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7280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>
            <a:spLocks noGrp="1"/>
          </p:cNvSpPr>
          <p:nvPr>
            <p:ph type="title"/>
          </p:nvPr>
        </p:nvSpPr>
        <p:spPr>
          <a:xfrm>
            <a:off x="324160" y="-23680"/>
            <a:ext cx="11360800" cy="1108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 algn="ctr"/>
            <a:r>
              <a:rPr lang="en-US" dirty="0"/>
              <a:t>Architecture</a:t>
            </a:r>
            <a:endParaRPr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82053A-2F16-4C1A-A9C3-04F2510D31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92880" y="2461120"/>
            <a:ext cx="2926080" cy="11266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52396" indent="0" algn="ctr">
              <a:buNone/>
            </a:pPr>
            <a:endParaRPr lang="en-US" sz="1867" dirty="0">
              <a:solidFill>
                <a:schemeClr val="bg1"/>
              </a:solidFill>
            </a:endParaRPr>
          </a:p>
          <a:p>
            <a:pPr marL="152396" indent="0" algn="ctr">
              <a:buNone/>
            </a:pPr>
            <a:r>
              <a:rPr lang="en-US" sz="1867" dirty="0">
                <a:solidFill>
                  <a:schemeClr val="bg1"/>
                </a:solidFill>
              </a:rPr>
              <a:t>Weather API</a:t>
            </a:r>
            <a:endParaRPr lang="en-US" sz="1200" dirty="0">
              <a:solidFill>
                <a:schemeClr val="bg1"/>
              </a:solidFill>
            </a:endParaRPr>
          </a:p>
          <a:p>
            <a:pPr marL="152396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Get Weather</a:t>
            </a:r>
          </a:p>
          <a:p>
            <a:pPr marL="152396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Delete Weather</a:t>
            </a:r>
          </a:p>
          <a:p>
            <a:pPr marL="152396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Update Weather</a:t>
            </a:r>
          </a:p>
          <a:p>
            <a:pPr marL="152396" indent="0" algn="ctr">
              <a:buNone/>
            </a:pPr>
            <a:endParaRPr lang="en-US" sz="1867" dirty="0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518259-7EA9-4467-9659-F75419C33C1D}"/>
              </a:ext>
            </a:extLst>
          </p:cNvPr>
          <p:cNvSpPr/>
          <p:nvPr/>
        </p:nvSpPr>
        <p:spPr>
          <a:xfrm>
            <a:off x="5709920" y="1330961"/>
            <a:ext cx="1209040" cy="1478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8C3B245-DF20-48DB-991D-7ED7A1BE519A}"/>
              </a:ext>
            </a:extLst>
          </p:cNvPr>
          <p:cNvSpPr/>
          <p:nvPr/>
        </p:nvSpPr>
        <p:spPr>
          <a:xfrm>
            <a:off x="599440" y="2888096"/>
            <a:ext cx="2418080" cy="13994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67" dirty="0"/>
          </a:p>
          <a:p>
            <a:pPr algn="ctr"/>
            <a:r>
              <a:rPr lang="en-US" sz="2667" dirty="0"/>
              <a:t>Front End</a:t>
            </a:r>
          </a:p>
          <a:p>
            <a:pPr algn="ctr"/>
            <a:endParaRPr lang="en-US" sz="1200" dirty="0"/>
          </a:p>
          <a:p>
            <a:pPr algn="ctr"/>
            <a:r>
              <a:rPr lang="en-US" sz="1200" dirty="0"/>
              <a:t>Angular</a:t>
            </a:r>
          </a:p>
          <a:p>
            <a:pPr algn="ctr"/>
            <a:endParaRPr lang="en-US" sz="1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C09793-CE1F-4AC7-BD02-06A4680374A5}"/>
              </a:ext>
            </a:extLst>
          </p:cNvPr>
          <p:cNvSpPr/>
          <p:nvPr/>
        </p:nvSpPr>
        <p:spPr>
          <a:xfrm>
            <a:off x="3992880" y="1330960"/>
            <a:ext cx="2926080" cy="9753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Authentication API</a:t>
            </a:r>
            <a:endParaRPr lang="en-US" sz="1200" dirty="0"/>
          </a:p>
          <a:p>
            <a:pPr algn="ctr"/>
            <a:r>
              <a:rPr lang="en-US" sz="1200" dirty="0"/>
              <a:t>J</a:t>
            </a:r>
            <a:r>
              <a:rPr lang="en-GB" sz="1200" dirty="0"/>
              <a:t>WT </a:t>
            </a:r>
            <a:r>
              <a:rPr lang="en-US" sz="1200" dirty="0"/>
              <a:t>validator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C5FA73A-2BCE-4B69-957B-90DDBF400A61}"/>
              </a:ext>
            </a:extLst>
          </p:cNvPr>
          <p:cNvSpPr/>
          <p:nvPr/>
        </p:nvSpPr>
        <p:spPr>
          <a:xfrm>
            <a:off x="3992880" y="5373312"/>
            <a:ext cx="2926080" cy="9753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Search by city/country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EDD8C5-DA01-41AC-A33B-577C75449896}"/>
              </a:ext>
            </a:extLst>
          </p:cNvPr>
          <p:cNvSpPr/>
          <p:nvPr/>
        </p:nvSpPr>
        <p:spPr>
          <a:xfrm>
            <a:off x="3992880" y="3992880"/>
            <a:ext cx="2926080" cy="9753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Rainfall API</a:t>
            </a:r>
          </a:p>
          <a:p>
            <a:pPr algn="ctr"/>
            <a:r>
              <a:rPr lang="en-US" sz="1200" dirty="0"/>
              <a:t>Get Rainfall</a:t>
            </a:r>
          </a:p>
        </p:txBody>
      </p:sp>
      <p:sp>
        <p:nvSpPr>
          <p:cNvPr id="4" name="Cylinder 3">
            <a:extLst>
              <a:ext uri="{FF2B5EF4-FFF2-40B4-BE49-F238E27FC236}">
                <a16:creationId xmlns:a16="http://schemas.microsoft.com/office/drawing/2014/main" id="{2C418822-9D83-47CC-B6EF-1DFC63F0FF9C}"/>
              </a:ext>
            </a:extLst>
          </p:cNvPr>
          <p:cNvSpPr/>
          <p:nvPr/>
        </p:nvSpPr>
        <p:spPr>
          <a:xfrm>
            <a:off x="9001760" y="1330960"/>
            <a:ext cx="1564640" cy="97536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SQL Server</a:t>
            </a:r>
          </a:p>
        </p:txBody>
      </p:sp>
      <p:sp>
        <p:nvSpPr>
          <p:cNvPr id="13" name="Cylinder 12">
            <a:extLst>
              <a:ext uri="{FF2B5EF4-FFF2-40B4-BE49-F238E27FC236}">
                <a16:creationId xmlns:a16="http://schemas.microsoft.com/office/drawing/2014/main" id="{AB71B487-3E5F-47D0-B74F-9D5C122B6197}"/>
              </a:ext>
            </a:extLst>
          </p:cNvPr>
          <p:cNvSpPr/>
          <p:nvPr/>
        </p:nvSpPr>
        <p:spPr>
          <a:xfrm>
            <a:off x="9001760" y="2599708"/>
            <a:ext cx="1564640" cy="97536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SQL </a:t>
            </a:r>
          </a:p>
          <a:p>
            <a:pPr algn="ctr"/>
            <a:r>
              <a:rPr lang="en-US" sz="2400" dirty="0"/>
              <a:t>Server</a:t>
            </a:r>
          </a:p>
        </p:txBody>
      </p:sp>
      <p:sp>
        <p:nvSpPr>
          <p:cNvPr id="14" name="Cylinder 13">
            <a:extLst>
              <a:ext uri="{FF2B5EF4-FFF2-40B4-BE49-F238E27FC236}">
                <a16:creationId xmlns:a16="http://schemas.microsoft.com/office/drawing/2014/main" id="{0984FFCD-399E-4C9B-BBB7-C0FCDA169A0E}"/>
              </a:ext>
            </a:extLst>
          </p:cNvPr>
          <p:cNvSpPr/>
          <p:nvPr/>
        </p:nvSpPr>
        <p:spPr>
          <a:xfrm>
            <a:off x="9001760" y="3992880"/>
            <a:ext cx="1564640" cy="97536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SQL</a:t>
            </a:r>
          </a:p>
          <a:p>
            <a:pPr algn="ctr"/>
            <a:r>
              <a:rPr lang="en-US" sz="2400" dirty="0"/>
              <a:t>Server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7A9607E-818C-461E-A266-8A1F8D8CA079}"/>
              </a:ext>
            </a:extLst>
          </p:cNvPr>
          <p:cNvSpPr/>
          <p:nvPr/>
        </p:nvSpPr>
        <p:spPr>
          <a:xfrm>
            <a:off x="9001760" y="5373312"/>
            <a:ext cx="1818640" cy="95304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External API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5E3E11B-EB87-411F-89CC-3E30FD43ABB9}"/>
              </a:ext>
            </a:extLst>
          </p:cNvPr>
          <p:cNvCxnSpPr>
            <a:stCxn id="10" idx="3"/>
            <a:endCxn id="5" idx="2"/>
          </p:cNvCxnSpPr>
          <p:nvPr/>
        </p:nvCxnSpPr>
        <p:spPr>
          <a:xfrm flipV="1">
            <a:off x="6918960" y="5849837"/>
            <a:ext cx="2082800" cy="1115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84A736E-26CF-4ABD-9A5F-CDE68267DE96}"/>
              </a:ext>
            </a:extLst>
          </p:cNvPr>
          <p:cNvCxnSpPr>
            <a:stCxn id="11" idx="3"/>
            <a:endCxn id="14" idx="2"/>
          </p:cNvCxnSpPr>
          <p:nvPr/>
        </p:nvCxnSpPr>
        <p:spPr>
          <a:xfrm>
            <a:off x="6918960" y="4480560"/>
            <a:ext cx="20828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052CA46-18A1-414D-972B-5E097273B50B}"/>
              </a:ext>
            </a:extLst>
          </p:cNvPr>
          <p:cNvCxnSpPr>
            <a:stCxn id="9" idx="3"/>
          </p:cNvCxnSpPr>
          <p:nvPr/>
        </p:nvCxnSpPr>
        <p:spPr>
          <a:xfrm>
            <a:off x="6918960" y="3024464"/>
            <a:ext cx="20828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3C013DB-43A6-4652-B2E5-39A354C21AAA}"/>
              </a:ext>
            </a:extLst>
          </p:cNvPr>
          <p:cNvCxnSpPr>
            <a:cxnSpLocks/>
          </p:cNvCxnSpPr>
          <p:nvPr/>
        </p:nvCxnSpPr>
        <p:spPr>
          <a:xfrm flipV="1">
            <a:off x="6918960" y="1977472"/>
            <a:ext cx="2082800" cy="1828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44515029-3486-4251-B808-74D49A837747}"/>
              </a:ext>
            </a:extLst>
          </p:cNvPr>
          <p:cNvSpPr txBox="1"/>
          <p:nvPr/>
        </p:nvSpPr>
        <p:spPr>
          <a:xfrm>
            <a:off x="7020560" y="1628458"/>
            <a:ext cx="1564640" cy="318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67" dirty="0"/>
              <a:t> P</a:t>
            </a:r>
            <a:r>
              <a:rPr lang="en-GB" sz="1467" dirty="0"/>
              <a:t>OST r</a:t>
            </a:r>
            <a:r>
              <a:rPr lang="en-US" sz="1467" dirty="0" err="1"/>
              <a:t>equest</a:t>
            </a:r>
            <a:endParaRPr lang="en-US" sz="1467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0E34770-9853-453A-B141-2D35DC6CDB42}"/>
              </a:ext>
            </a:extLst>
          </p:cNvPr>
          <p:cNvSpPr/>
          <p:nvPr/>
        </p:nvSpPr>
        <p:spPr>
          <a:xfrm>
            <a:off x="7010400" y="1926528"/>
            <a:ext cx="1889760" cy="318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67" dirty="0"/>
              <a:t> 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5253FAF-D3AE-4BE3-A8FC-4923CE72A86C}"/>
              </a:ext>
            </a:extLst>
          </p:cNvPr>
          <p:cNvSpPr/>
          <p:nvPr/>
        </p:nvSpPr>
        <p:spPr>
          <a:xfrm>
            <a:off x="7020560" y="2738575"/>
            <a:ext cx="1151084" cy="3181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67"/>
              <a:t> </a:t>
            </a:r>
            <a:r>
              <a:rPr lang="en-GB" sz="1467"/>
              <a:t>GET/DELETE</a:t>
            </a:r>
            <a:endParaRPr lang="en-US" sz="1467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1761A14-22B1-4A5E-A673-975DA5BF97F5}"/>
              </a:ext>
            </a:extLst>
          </p:cNvPr>
          <p:cNvSpPr/>
          <p:nvPr/>
        </p:nvSpPr>
        <p:spPr>
          <a:xfrm>
            <a:off x="7532452" y="4180426"/>
            <a:ext cx="529312" cy="3181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67"/>
              <a:t> </a:t>
            </a:r>
            <a:r>
              <a:rPr lang="en-GB" sz="1467"/>
              <a:t>GET</a:t>
            </a:r>
            <a:endParaRPr lang="en-US" sz="1467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D494611-841B-4CD2-9B70-7C5B5C84D5C2}"/>
              </a:ext>
            </a:extLst>
          </p:cNvPr>
          <p:cNvSpPr/>
          <p:nvPr/>
        </p:nvSpPr>
        <p:spPr>
          <a:xfrm>
            <a:off x="7503439" y="5524919"/>
            <a:ext cx="529312" cy="3181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67"/>
              <a:t> </a:t>
            </a:r>
            <a:r>
              <a:rPr lang="en-GB" sz="1467"/>
              <a:t>GET</a:t>
            </a:r>
            <a:endParaRPr lang="en-US" sz="1467" dirty="0"/>
          </a:p>
        </p:txBody>
      </p: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D4F306FA-9CB7-4E71-A941-884EC82753BC}"/>
              </a:ext>
            </a:extLst>
          </p:cNvPr>
          <p:cNvCxnSpPr>
            <a:stCxn id="2" idx="0"/>
            <a:endCxn id="3" idx="1"/>
          </p:cNvCxnSpPr>
          <p:nvPr/>
        </p:nvCxnSpPr>
        <p:spPr>
          <a:xfrm rot="5400000" flipH="1" flipV="1">
            <a:off x="2365952" y="1261168"/>
            <a:ext cx="1069456" cy="2184400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FCB8F060-7625-49E9-87BA-B02BE77CB456}"/>
              </a:ext>
            </a:extLst>
          </p:cNvPr>
          <p:cNvCxnSpPr/>
          <p:nvPr/>
        </p:nvCxnSpPr>
        <p:spPr>
          <a:xfrm>
            <a:off x="3017520" y="3210560"/>
            <a:ext cx="97536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FEE52EE8-710A-4087-A4A4-75A4153384F4}"/>
              </a:ext>
            </a:extLst>
          </p:cNvPr>
          <p:cNvCxnSpPr/>
          <p:nvPr/>
        </p:nvCxnSpPr>
        <p:spPr>
          <a:xfrm>
            <a:off x="3017520" y="4131747"/>
            <a:ext cx="97536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EDCCC9CE-6951-467D-BEA9-385F8BE34E6E}"/>
              </a:ext>
            </a:extLst>
          </p:cNvPr>
          <p:cNvCxnSpPr>
            <a:stCxn id="10" idx="1"/>
            <a:endCxn id="2" idx="2"/>
          </p:cNvCxnSpPr>
          <p:nvPr/>
        </p:nvCxnSpPr>
        <p:spPr>
          <a:xfrm rot="10800000">
            <a:off x="1808480" y="4287520"/>
            <a:ext cx="2184400" cy="1573472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6505D3EA-B4E8-497F-9D27-B828FDE33192}"/>
              </a:ext>
            </a:extLst>
          </p:cNvPr>
          <p:cNvSpPr txBox="1"/>
          <p:nvPr/>
        </p:nvSpPr>
        <p:spPr>
          <a:xfrm>
            <a:off x="2219960" y="1536683"/>
            <a:ext cx="1564640" cy="318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67" dirty="0"/>
              <a:t> Login/Register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8762075-BA38-4FA3-A81F-ABB019ECDF23}"/>
              </a:ext>
            </a:extLst>
          </p:cNvPr>
          <p:cNvSpPr txBox="1"/>
          <p:nvPr/>
        </p:nvSpPr>
        <p:spPr>
          <a:xfrm>
            <a:off x="843280" y="2010691"/>
            <a:ext cx="1564640" cy="318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67" dirty="0"/>
              <a:t> Token generated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6FD2971-4520-46D6-8236-3CCE59D0466B}"/>
              </a:ext>
            </a:extLst>
          </p:cNvPr>
          <p:cNvSpPr txBox="1"/>
          <p:nvPr/>
        </p:nvSpPr>
        <p:spPr>
          <a:xfrm>
            <a:off x="3017520" y="2675269"/>
            <a:ext cx="1092200" cy="995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67" dirty="0"/>
              <a:t> </a:t>
            </a:r>
            <a:r>
              <a:rPr lang="en-GB" sz="1467" dirty="0"/>
              <a:t>POST
</a:t>
            </a:r>
            <a:r>
              <a:rPr lang="en-US" sz="1467" dirty="0"/>
              <a:t>/</a:t>
            </a:r>
            <a:r>
              <a:rPr lang="en-GB" sz="1467" dirty="0"/>
              <a:t>GET</a:t>
            </a:r>
            <a:r>
              <a:rPr lang="en-US" sz="1467" dirty="0"/>
              <a:t>/</a:t>
            </a:r>
          </a:p>
          <a:p>
            <a:r>
              <a:rPr lang="en-US" sz="1467" dirty="0"/>
              <a:t>UPDATE/</a:t>
            </a:r>
            <a:endParaRPr lang="en-GB" sz="1467" dirty="0"/>
          </a:p>
          <a:p>
            <a:r>
              <a:rPr lang="en-GB" sz="1467" dirty="0"/>
              <a:t>DELETE</a:t>
            </a:r>
            <a:endParaRPr lang="en-US" sz="1467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FE785ED-671A-4CB0-8E7E-C9033682C54F}"/>
              </a:ext>
            </a:extLst>
          </p:cNvPr>
          <p:cNvSpPr txBox="1"/>
          <p:nvPr/>
        </p:nvSpPr>
        <p:spPr>
          <a:xfrm>
            <a:off x="3063240" y="3831612"/>
            <a:ext cx="1564640" cy="318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67"/>
              <a:t> </a:t>
            </a:r>
            <a:r>
              <a:rPr lang="en-GB" sz="1467"/>
              <a:t>GET</a:t>
            </a:r>
            <a:endParaRPr lang="en-US" sz="1467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5F0BB64-3CFF-4150-B57A-BD9388DE2E07}"/>
              </a:ext>
            </a:extLst>
          </p:cNvPr>
          <p:cNvSpPr txBox="1"/>
          <p:nvPr/>
        </p:nvSpPr>
        <p:spPr>
          <a:xfrm>
            <a:off x="2943860" y="5524919"/>
            <a:ext cx="1564640" cy="318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67" dirty="0"/>
              <a:t> G</a:t>
            </a:r>
            <a:r>
              <a:rPr lang="en-GB" sz="1467" dirty="0"/>
              <a:t>ET</a:t>
            </a:r>
            <a:endParaRPr lang="en-US" sz="1467" dirty="0"/>
          </a:p>
        </p:txBody>
      </p:sp>
    </p:spTree>
    <p:extLst>
      <p:ext uri="{BB962C8B-B14F-4D97-AF65-F5344CB8AC3E}">
        <p14:creationId xmlns:p14="http://schemas.microsoft.com/office/powerpoint/2010/main" val="27851467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B332A4-D438-4773-A77F-5ED49A448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768" y="0"/>
            <a:ext cx="8284464" cy="685800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F9AD32D-FF05-44F4-BD4D-9CEE89B71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FE9635-239B-4637-BC8E-5F8259F93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631" y="1441938"/>
            <a:ext cx="7080738" cy="3974124"/>
          </a:xfrm>
        </p:spPr>
        <p:txBody>
          <a:bodyPr>
            <a:normAutofit/>
          </a:bodyPr>
          <a:lstStyle/>
          <a:p>
            <a:pPr algn="ctr"/>
            <a:r>
              <a:rPr lang="en-US" sz="5400">
                <a:solidFill>
                  <a:schemeClr val="bg1">
                    <a:lumMod val="95000"/>
                    <a:lumOff val="5000"/>
                  </a:schemeClr>
                </a:solidFill>
              </a:rPr>
              <a:t>Onboarding Architechture</a:t>
            </a:r>
            <a:endParaRPr lang="en-IN" sz="540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91205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B8927-0267-4661-82BF-8E828661A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DD8B22C-A496-4EDF-B820-7B0105EEBE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11185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0F6F4-764D-4356-A715-E259CAFE7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20676"/>
            <a:ext cx="7021513" cy="230832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Project Flow</a:t>
            </a:r>
          </a:p>
        </p:txBody>
      </p:sp>
    </p:spTree>
    <p:extLst>
      <p:ext uri="{BB962C8B-B14F-4D97-AF65-F5344CB8AC3E}">
        <p14:creationId xmlns:p14="http://schemas.microsoft.com/office/powerpoint/2010/main" val="9241949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5E6CFF1-2F42-4E10-9A97-F116F46F5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close-up of a chain&#10;&#10;Description automatically generated with low confidence">
            <a:extLst>
              <a:ext uri="{FF2B5EF4-FFF2-40B4-BE49-F238E27FC236}">
                <a16:creationId xmlns:a16="http://schemas.microsoft.com/office/drawing/2014/main" id="{52B0C639-556C-4770-1D6A-E0ABD6025A1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C7B056-9C54-4178-BEE6-BDA2219D6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065862"/>
            <a:ext cx="2723145" cy="4726276"/>
          </a:xfrm>
        </p:spPr>
        <p:txBody>
          <a:bodyPr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Front End</a:t>
            </a:r>
            <a:endParaRPr lang="en-IN" sz="4000" dirty="0">
              <a:solidFill>
                <a:srgbClr val="FFFFFF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7182200-4859-4C8D-BCBB-55B245C28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3372" y="2286000"/>
            <a:ext cx="0" cy="228600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913E1EE-725F-3A4B-5A00-CA6084F33F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767688"/>
              </p:ext>
            </p:extLst>
          </p:nvPr>
        </p:nvGraphicFramePr>
        <p:xfrm>
          <a:off x="5155379" y="1065862"/>
          <a:ext cx="5744685" cy="47262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421952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322BB8-017E-4EEF-B681-7CDC06A00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Back-End</a:t>
            </a:r>
            <a:endParaRPr lang="en-IN" sz="54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73A0F18-7D96-6907-4F5B-FE383F703E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1638305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291535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95724071-AC7B-4A67-934B-CD7F90745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4573"/>
            <a:ext cx="12192000" cy="185587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0A90F15-8E4B-4287-BCF9-07EE1CE04E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513013"/>
            <a:ext cx="2406650" cy="1168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1C4C24-6A49-4DEE-BF17-BE5C5CF9C4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752850"/>
            <a:ext cx="2406650" cy="24066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AF62BA1-9B39-43A4-8221-01F63F4CC0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6288" y="2513013"/>
            <a:ext cx="2490788" cy="12636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815DC38-2EF8-4792-A456-880DF4F96B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8513" y="2513013"/>
            <a:ext cx="3090863" cy="12636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DE390C2-4098-4EF8-8239-4DF97D3FFA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6288" y="3848100"/>
            <a:ext cx="2311400" cy="23114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9AD0314-8A04-4510-82C4-B1EEBCF16C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99125" y="3848100"/>
            <a:ext cx="3270250" cy="2311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1116F31-1A6F-40A4-A3CA-4F863352EFC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40813" y="2513013"/>
            <a:ext cx="2311400" cy="12684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26CD2E-5BB7-4D1B-81A5-EBB9B70C22B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40813" y="3852863"/>
            <a:ext cx="2311400" cy="23082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7A7DF6F-CB1C-43D9-97E3-AE8D6EBD3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Technologies and Tools used</a:t>
            </a:r>
          </a:p>
        </p:txBody>
      </p:sp>
      <p:pic>
        <p:nvPicPr>
          <p:cNvPr id="12" name="Picture 11" descr="Logo, company name&#10;&#10;Description automatically generated">
            <a:extLst>
              <a:ext uri="{FF2B5EF4-FFF2-40B4-BE49-F238E27FC236}">
                <a16:creationId xmlns:a16="http://schemas.microsoft.com/office/drawing/2014/main" id="{E1BB4A7C-4C19-4664-BBC1-AAD8538991B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1906" y="1300171"/>
            <a:ext cx="2200307" cy="1149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4557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22002-C8F2-459E-A173-7EA9833F7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Challenges Faced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98B7B-119A-4B38-9034-8007B7621A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90932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B79CB-A865-FDC3-362D-C52FC62F8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4FE0B-B90B-2EDC-05DB-D53443914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Learnings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8FDA6-7C01-9058-C220-D419203A2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69869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791CA-36BC-0AD4-066E-3E97C7AE5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7B9EF-C2C6-8E0F-8763-2DF2DC435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Future Plans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52729-560F-46EC-B95F-D37350874E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93457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3EB98-E703-B5A3-A384-36709B8ED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7B37D-F53D-CF92-3FF3-A5DDDE49E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A5A15-64B0-FBB6-AC96-88BF3B84E2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31647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2330</TotalTime>
  <Words>169</Words>
  <Application>Microsoft Office PowerPoint</Application>
  <PresentationFormat>Widescreen</PresentationFormat>
  <Paragraphs>93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COVID -19</vt:lpstr>
      <vt:lpstr>Outline</vt:lpstr>
      <vt:lpstr>Problem Statement</vt:lpstr>
      <vt:lpstr>Objective</vt:lpstr>
      <vt:lpstr>Microservices</vt:lpstr>
      <vt:lpstr>Project Overview</vt:lpstr>
      <vt:lpstr>Project Overview</vt:lpstr>
      <vt:lpstr>Architecture</vt:lpstr>
      <vt:lpstr>Onboarding Architechture</vt:lpstr>
      <vt:lpstr>Architecture</vt:lpstr>
      <vt:lpstr>Project Flow</vt:lpstr>
      <vt:lpstr>Front End</vt:lpstr>
      <vt:lpstr>Back-End</vt:lpstr>
      <vt:lpstr>Technologies and Tools used</vt:lpstr>
      <vt:lpstr>Challenges Faced</vt:lpstr>
      <vt:lpstr>Learnings</vt:lpstr>
      <vt:lpstr>Future Plans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COVID -19</dc:title>
  <dc:creator>Retish Kajuluri(UST,IN)</dc:creator>
  <cp:lastModifiedBy>Sharad Singh</cp:lastModifiedBy>
  <cp:revision>6</cp:revision>
  <dcterms:created xsi:type="dcterms:W3CDTF">2022-12-10T14:39:21Z</dcterms:created>
  <dcterms:modified xsi:type="dcterms:W3CDTF">2026-04-17T04:18:47Z</dcterms:modified>
</cp:coreProperties>
</file>